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4"/>
  </p:sldMasterIdLst>
  <p:notesMasterIdLst>
    <p:notesMasterId r:id="rId31"/>
  </p:notesMasterIdLst>
  <p:handoutMasterIdLst>
    <p:handoutMasterId r:id="rId32"/>
  </p:handoutMasterIdLst>
  <p:sldIdLst>
    <p:sldId id="438" r:id="rId5"/>
    <p:sldId id="387" r:id="rId6"/>
    <p:sldId id="439" r:id="rId38"/>
    <p:sldId id="440" r:id="rId39"/>
    <p:sldId id="441" r:id="rId40"/>
    <p:sldId id="442" r:id="rId41"/>
    <p:sldId id="443" r:id="rId42"/>
    <p:sldId id="444" r:id="rId43"/>
    <p:sldId id="445" r:id="rId44"/>
    <p:sldId id="446" r:id="rId45"/>
    <p:sldId id="447" r:id="rId46"/>
    <p:sldId id="448" r:id="rId47"/>
    <p:sldId id="449" r:id="rId48"/>
    <p:sldId id="450" r:id="rId49"/>
    <p:sldId id="451" r:id="rId50"/>
    <p:sldId id="452" r:id="rId51"/>
    <p:sldId id="453" r:id="rId52"/>
    <p:sldId id="454" r:id="rId53"/>
    <p:sldId id="455" r:id="rId54"/>
    <p:sldId id="456" r:id="rId55"/>
    <p:sldId id="411" r:id="rId3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1E42"/>
    <a:srgbClr val="2F586E"/>
    <a:srgbClr val="8C9FB1"/>
    <a:srgbClr val="0431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4018" autoAdjust="0"/>
  </p:normalViewPr>
  <p:slideViewPr>
    <p:cSldViewPr snapToGrid="0" showGuides="1">
      <p:cViewPr varScale="1">
        <p:scale>
          <a:sx n="105" d="100"/>
          <a:sy n="105" d="100"/>
        </p:scale>
        <p:origin x="216" y="352"/>
      </p:cViewPr>
      <p:guideLst/>
    </p:cSldViewPr>
  </p:slideViewPr>
  <p:outlineViewPr>
    <p:cViewPr>
      <p:scale>
        <a:sx n="33" d="100"/>
        <a:sy n="33" d="100"/>
      </p:scale>
      <p:origin x="0" y="-2784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3918" y="1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2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1.xml"/><Relationship Id="rId31" Type="http://schemas.openxmlformats.org/officeDocument/2006/relationships/notesMaster" Target="notesMasters/notesMaster1.xml"/><Relationship Id="rId32" Type="http://schemas.openxmlformats.org/officeDocument/2006/relationships/handoutMaster" Target="handoutMasters/handout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microsoft.com/office/2016/11/relationships/changesInfo" Target="changesInfos/changesInfo1.xml"/><Relationship Id="rId38" Type="http://schemas.openxmlformats.org/officeDocument/2006/relationships/slide" Target="slides/slide3.xml"/><Relationship Id="rId39" Type="http://schemas.openxmlformats.org/officeDocument/2006/relationships/slide" Target="slides/slide4.xml"/><Relationship Id="rId40" Type="http://schemas.openxmlformats.org/officeDocument/2006/relationships/slide" Target="slides/slide5.xml"/><Relationship Id="rId41" Type="http://schemas.openxmlformats.org/officeDocument/2006/relationships/slide" Target="slides/slide6.xml"/><Relationship Id="rId42" Type="http://schemas.openxmlformats.org/officeDocument/2006/relationships/slide" Target="slides/slide7.xml"/><Relationship Id="rId43" Type="http://schemas.openxmlformats.org/officeDocument/2006/relationships/slide" Target="slides/slide8.xml"/><Relationship Id="rId44" Type="http://schemas.openxmlformats.org/officeDocument/2006/relationships/slide" Target="slides/slide9.xml"/><Relationship Id="rId45" Type="http://schemas.openxmlformats.org/officeDocument/2006/relationships/slide" Target="slides/slide10.xml"/><Relationship Id="rId46" Type="http://schemas.openxmlformats.org/officeDocument/2006/relationships/slide" Target="slides/slide11.xml"/><Relationship Id="rId47" Type="http://schemas.openxmlformats.org/officeDocument/2006/relationships/slide" Target="slides/slide12.xml"/><Relationship Id="rId48" Type="http://schemas.openxmlformats.org/officeDocument/2006/relationships/slide" Target="slides/slide13.xml"/><Relationship Id="rId49" Type="http://schemas.openxmlformats.org/officeDocument/2006/relationships/slide" Target="slides/slide14.xml"/><Relationship Id="rId50" Type="http://schemas.openxmlformats.org/officeDocument/2006/relationships/slide" Target="slides/slide15.xml"/><Relationship Id="rId51" Type="http://schemas.openxmlformats.org/officeDocument/2006/relationships/slide" Target="slides/slide16.xml"/><Relationship Id="rId52" Type="http://schemas.openxmlformats.org/officeDocument/2006/relationships/slide" Target="slides/slide17.xml"/><Relationship Id="rId53" Type="http://schemas.openxmlformats.org/officeDocument/2006/relationships/slide" Target="slides/slide18.xml"/><Relationship Id="rId54" Type="http://schemas.openxmlformats.org/officeDocument/2006/relationships/slide" Target="slides/slide19.xml"/><Relationship Id="rId55" Type="http://schemas.openxmlformats.org/officeDocument/2006/relationships/slide" Target="slides/slide2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as Arias Vergara" userId="3c86db732e349bf4" providerId="LiveId" clId="{FBC34CEE-B0B4-5C62-8A6E-6DED8C9CE059}"/>
    <pc:docChg chg="custSel modSld">
      <pc:chgData name="Tomas Arias Vergara" userId="3c86db732e349bf4" providerId="LiveId" clId="{FBC34CEE-B0B4-5C62-8A6E-6DED8C9CE059}" dt="2025-11-12T13:18:16.999" v="0" actId="478"/>
      <pc:docMkLst>
        <pc:docMk/>
      </pc:docMkLst>
      <pc:sldChg chg="addSp delSp modSp mod">
        <pc:chgData name="Tomas Arias Vergara" userId="3c86db732e349bf4" providerId="LiveId" clId="{FBC34CEE-B0B4-5C62-8A6E-6DED8C9CE059}" dt="2025-11-12T13:18:16.999" v="0" actId="478"/>
        <pc:sldMkLst>
          <pc:docMk/>
          <pc:sldMk cId="4149252461" sldId="411"/>
        </pc:sldMkLst>
        <pc:spChg chg="add mod">
          <ac:chgData name="Tomas Arias Vergara" userId="3c86db732e349bf4" providerId="LiveId" clId="{FBC34CEE-B0B4-5C62-8A6E-6DED8C9CE059}" dt="2025-11-12T13:18:16.999" v="0" actId="478"/>
          <ac:spMkLst>
            <pc:docMk/>
            <pc:sldMk cId="4149252461" sldId="411"/>
            <ac:spMk id="4" creationId="{36CAC4E9-5E85-82FF-8CA4-AE769DE8CAB6}"/>
          </ac:spMkLst>
        </pc:spChg>
        <pc:picChg chg="del">
          <ac:chgData name="Tomas Arias Vergara" userId="3c86db732e349bf4" providerId="LiveId" clId="{FBC34CEE-B0B4-5C62-8A6E-6DED8C9CE059}" dt="2025-11-12T13:18:16.999" v="0" actId="478"/>
          <ac:picMkLst>
            <pc:docMk/>
            <pc:sldMk cId="4149252461" sldId="411"/>
            <ac:picMk id="5" creationId="{00000000-0000-0000-0000-000000000000}"/>
          </ac:picMkLst>
        </pc:picChg>
      </pc:sldChg>
    </pc:docChg>
  </pc:docChgLst>
  <pc:docChgLst>
    <pc:chgData name="Guest User" providerId="Windows Live" clId="Web-{C9DED316-C0B1-3C77-EE52-1F6B6DC77124}"/>
    <pc:docChg chg="modSld">
      <pc:chgData name="Guest User" userId="" providerId="Windows Live" clId="Web-{C9DED316-C0B1-3C77-EE52-1F6B6DC77124}" dt="2025-10-23T09:58:27.595" v="131" actId="1076"/>
      <pc:docMkLst>
        <pc:docMk/>
      </pc:docMkLst>
      <pc:sldChg chg="modSp">
        <pc:chgData name="Guest User" userId="" providerId="Windows Live" clId="Web-{C9DED316-C0B1-3C77-EE52-1F6B6DC77124}" dt="2025-10-22T14:17:11.440" v="127"/>
        <pc:sldMkLst>
          <pc:docMk/>
          <pc:sldMk cId="2848404968" sldId="404"/>
        </pc:sldMkLst>
        <pc:graphicFrameChg chg="mod modGraphic">
          <ac:chgData name="Guest User" userId="" providerId="Windows Live" clId="Web-{C9DED316-C0B1-3C77-EE52-1F6B6DC77124}" dt="2025-10-22T14:17:11.440" v="127"/>
          <ac:graphicFrameMkLst>
            <pc:docMk/>
            <pc:sldMk cId="2848404968" sldId="404"/>
            <ac:graphicFrameMk id="8" creationId="{54139217-4378-4D02-A822-9C1B73E4F0FD}"/>
          </ac:graphicFrameMkLst>
        </pc:graphicFrameChg>
      </pc:sldChg>
      <pc:sldChg chg="modSp">
        <pc:chgData name="Guest User" userId="" providerId="Windows Live" clId="Web-{C9DED316-C0B1-3C77-EE52-1F6B6DC77124}" dt="2025-10-23T09:58:27.595" v="131" actId="1076"/>
        <pc:sldMkLst>
          <pc:docMk/>
          <pc:sldMk cId="2604936174" sldId="435"/>
        </pc:sldMkLst>
        <pc:graphicFrameChg chg="mod">
          <ac:chgData name="Guest User" userId="" providerId="Windows Live" clId="Web-{C9DED316-C0B1-3C77-EE52-1F6B6DC77124}" dt="2025-10-23T09:58:27.595" v="131" actId="1076"/>
          <ac:graphicFrameMkLst>
            <pc:docMk/>
            <pc:sldMk cId="2604936174" sldId="435"/>
            <ac:graphicFrameMk id="14" creationId="{6403AFA1-57DC-4674-A9AE-0AE45371F000}"/>
          </ac:graphicFrameMkLst>
        </pc:graphicFrame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2C9555C-46DE-4406-8ABE-45349F5208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4F3B590-57A4-4D61-9607-3C2EA36AB1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CE87A-16FF-4C7D-8292-0CB980715C8B}" type="datetimeFigureOut">
              <a:rPr lang="de-DE" smtClean="0"/>
              <a:t>12.11.25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6DC5A1-1CCC-484A-AB24-DCA2F05D59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4041CFA-48F6-4759-86C7-790FC637E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F6222-CCA6-4FA7-88E0-B7BAE53645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18328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ECA62E-2216-4960-A875-4D2633F4A404}" type="datetimeFigureOut">
              <a:rPr lang="de-DE" smtClean="0"/>
              <a:t>12.11.25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93703-73BA-47D5-8B02-C172375928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3314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165" name="Bildplatzhalter 60">
            <a:extLst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2ED5713B-0A5B-5944-BEBB-63C8BF5985F2}"/>
              </a:ext>
            </a:extLst>
          </p:cNvPr>
          <p:cNvGrpSpPr/>
          <p:nvPr userDrawn="1"/>
        </p:nvGrpSpPr>
        <p:grpSpPr>
          <a:xfrm>
            <a:off x="510639" y="293096"/>
            <a:ext cx="2388067" cy="301237"/>
            <a:chOff x="510639" y="293688"/>
            <a:chExt cx="2594512" cy="327279"/>
          </a:xfrm>
        </p:grpSpPr>
        <p:sp>
          <p:nvSpPr>
            <p:cNvPr id="140" name="Freihandform: Form 139">
              <a:extLst>
                <a:ext uri="{FF2B5EF4-FFF2-40B4-BE49-F238E27FC236}">
                  <a16:creationId xmlns:a16="http://schemas.microsoft.com/office/drawing/2014/main" id="{437E43AF-FE61-4974-AF5C-89AC3C8150FD}"/>
                </a:ext>
              </a:extLst>
            </p:cNvPr>
            <p:cNvSpPr/>
            <p:nvPr/>
          </p:nvSpPr>
          <p:spPr>
            <a:xfrm>
              <a:off x="519935" y="300420"/>
              <a:ext cx="78213" cy="124372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1" name="Freihandform: Form 140">
              <a:extLst>
                <a:ext uri="{FF2B5EF4-FFF2-40B4-BE49-F238E27FC236}">
                  <a16:creationId xmlns:a16="http://schemas.microsoft.com/office/drawing/2014/main" id="{B5C643AC-A2D8-483C-9099-467ED404B78A}"/>
                </a:ext>
              </a:extLst>
            </p:cNvPr>
            <p:cNvSpPr/>
            <p:nvPr/>
          </p:nvSpPr>
          <p:spPr>
            <a:xfrm>
              <a:off x="610329" y="332713"/>
              <a:ext cx="53852" cy="91758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2" name="Freihandform: Form 141">
              <a:extLst>
                <a:ext uri="{FF2B5EF4-FFF2-40B4-BE49-F238E27FC236}">
                  <a16:creationId xmlns:a16="http://schemas.microsoft.com/office/drawing/2014/main" id="{DC1A9518-9882-4BEE-9042-98771FD22461}"/>
                </a:ext>
              </a:extLst>
            </p:cNvPr>
            <p:cNvSpPr/>
            <p:nvPr/>
          </p:nvSpPr>
          <p:spPr>
            <a:xfrm>
              <a:off x="679247" y="294971"/>
              <a:ext cx="26605" cy="129501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3" name="Freihandform: Form 142">
              <a:extLst>
                <a:ext uri="{FF2B5EF4-FFF2-40B4-BE49-F238E27FC236}">
                  <a16:creationId xmlns:a16="http://schemas.microsoft.com/office/drawing/2014/main" id="{CB6A9836-D16F-4BD4-B96F-43DCD4A1ADD1}"/>
                </a:ext>
              </a:extLst>
            </p:cNvPr>
            <p:cNvSpPr/>
            <p:nvPr/>
          </p:nvSpPr>
          <p:spPr>
            <a:xfrm>
              <a:off x="725086" y="332795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4" name="Freihandform: Form 143">
              <a:extLst>
                <a:ext uri="{FF2B5EF4-FFF2-40B4-BE49-F238E27FC236}">
                  <a16:creationId xmlns:a16="http://schemas.microsoft.com/office/drawing/2014/main" id="{ABBE1A7C-C42E-43DA-AC68-19B53213BFEA}"/>
                </a:ext>
              </a:extLst>
            </p:cNvPr>
            <p:cNvSpPr/>
            <p:nvPr/>
          </p:nvSpPr>
          <p:spPr>
            <a:xfrm>
              <a:off x="825417" y="293688"/>
              <a:ext cx="83663" cy="133347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5" name="Freihandform: Form 144">
              <a:extLst>
                <a:ext uri="{FF2B5EF4-FFF2-40B4-BE49-F238E27FC236}">
                  <a16:creationId xmlns:a16="http://schemas.microsoft.com/office/drawing/2014/main" id="{36C1CDBB-E0C9-4C76-AEE4-24D676B22582}"/>
                </a:ext>
              </a:extLst>
            </p:cNvPr>
            <p:cNvSpPr/>
            <p:nvPr/>
          </p:nvSpPr>
          <p:spPr>
            <a:xfrm>
              <a:off x="936967" y="332713"/>
              <a:ext cx="53852" cy="91758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6" name="Freihandform: Form 145">
              <a:extLst>
                <a:ext uri="{FF2B5EF4-FFF2-40B4-BE49-F238E27FC236}">
                  <a16:creationId xmlns:a16="http://schemas.microsoft.com/office/drawing/2014/main" id="{867D40B8-3DC0-48CD-8C10-83ACD74CC070}"/>
                </a:ext>
              </a:extLst>
            </p:cNvPr>
            <p:cNvSpPr/>
            <p:nvPr/>
          </p:nvSpPr>
          <p:spPr>
            <a:xfrm>
              <a:off x="1005565" y="294971"/>
              <a:ext cx="26605" cy="129501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7" name="Freihandform: Form 146">
              <a:extLst>
                <a:ext uri="{FF2B5EF4-FFF2-40B4-BE49-F238E27FC236}">
                  <a16:creationId xmlns:a16="http://schemas.microsoft.com/office/drawing/2014/main" id="{5E72B66D-AA60-4159-88C6-253B8BCA5544}"/>
                </a:ext>
              </a:extLst>
            </p:cNvPr>
            <p:cNvSpPr/>
            <p:nvPr/>
          </p:nvSpPr>
          <p:spPr>
            <a:xfrm>
              <a:off x="1052044" y="332474"/>
              <a:ext cx="75649" cy="94240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8" name="Freihandform: Form 147">
              <a:extLst>
                <a:ext uri="{FF2B5EF4-FFF2-40B4-BE49-F238E27FC236}">
                  <a16:creationId xmlns:a16="http://schemas.microsoft.com/office/drawing/2014/main" id="{F4BEF0C1-E2DD-43FB-8B64-132092CB0783}"/>
                </a:ext>
              </a:extLst>
            </p:cNvPr>
            <p:cNvSpPr/>
            <p:nvPr/>
          </p:nvSpPr>
          <p:spPr>
            <a:xfrm>
              <a:off x="1145644" y="293688"/>
              <a:ext cx="77252" cy="131103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9" name="Freihandform: Form 148">
              <a:extLst>
                <a:ext uri="{FF2B5EF4-FFF2-40B4-BE49-F238E27FC236}">
                  <a16:creationId xmlns:a16="http://schemas.microsoft.com/office/drawing/2014/main" id="{7943A356-FF21-4F42-A98E-DC40CF938137}"/>
                </a:ext>
              </a:extLst>
            </p:cNvPr>
            <p:cNvSpPr/>
            <p:nvPr/>
          </p:nvSpPr>
          <p:spPr>
            <a:xfrm>
              <a:off x="1246937" y="359721"/>
              <a:ext cx="43915" cy="19874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0" name="Freihandform: Form 149">
              <a:extLst>
                <a:ext uri="{FF2B5EF4-FFF2-40B4-BE49-F238E27FC236}">
                  <a16:creationId xmlns:a16="http://schemas.microsoft.com/office/drawing/2014/main" id="{5414F293-7400-4F17-8C14-513181D5C558}"/>
                </a:ext>
              </a:extLst>
            </p:cNvPr>
            <p:cNvSpPr/>
            <p:nvPr/>
          </p:nvSpPr>
          <p:spPr>
            <a:xfrm>
              <a:off x="1302071" y="300420"/>
              <a:ext cx="115397" cy="124051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1" name="Freihandform: Form 150">
              <a:extLst>
                <a:ext uri="{FF2B5EF4-FFF2-40B4-BE49-F238E27FC236}">
                  <a16:creationId xmlns:a16="http://schemas.microsoft.com/office/drawing/2014/main" id="{DF9046FE-F7DE-4669-A7FF-9C4BB6220EF1}"/>
                </a:ext>
              </a:extLst>
            </p:cNvPr>
            <p:cNvSpPr/>
            <p:nvPr/>
          </p:nvSpPr>
          <p:spPr>
            <a:xfrm>
              <a:off x="1436060" y="293688"/>
              <a:ext cx="20835" cy="130783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2" name="Freihandform: Form 151">
              <a:extLst>
                <a:ext uri="{FF2B5EF4-FFF2-40B4-BE49-F238E27FC236}">
                  <a16:creationId xmlns:a16="http://schemas.microsoft.com/office/drawing/2014/main" id="{17E9EBD2-1308-471A-9C37-29FF027D0A14}"/>
                </a:ext>
              </a:extLst>
            </p:cNvPr>
            <p:cNvSpPr/>
            <p:nvPr/>
          </p:nvSpPr>
          <p:spPr>
            <a:xfrm>
              <a:off x="1479334" y="332795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152">
              <a:extLst>
                <a:ext uri="{FF2B5EF4-FFF2-40B4-BE49-F238E27FC236}">
                  <a16:creationId xmlns:a16="http://schemas.microsoft.com/office/drawing/2014/main" id="{84D6E57D-0E5B-43A4-8081-53B3E5629513}"/>
                </a:ext>
              </a:extLst>
            </p:cNvPr>
            <p:cNvSpPr/>
            <p:nvPr/>
          </p:nvSpPr>
          <p:spPr>
            <a:xfrm>
              <a:off x="1572613" y="334718"/>
              <a:ext cx="85906" cy="89753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0A41A31B-8432-4CD9-B0E9-2DA62432F17C}"/>
                </a:ext>
              </a:extLst>
            </p:cNvPr>
            <p:cNvSpPr/>
            <p:nvPr/>
          </p:nvSpPr>
          <p:spPr>
            <a:xfrm>
              <a:off x="1669733" y="332795"/>
              <a:ext cx="75975" cy="93920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154">
              <a:extLst>
                <a:ext uri="{FF2B5EF4-FFF2-40B4-BE49-F238E27FC236}">
                  <a16:creationId xmlns:a16="http://schemas.microsoft.com/office/drawing/2014/main" id="{46FF8D8D-5FE8-43E4-A552-F9B3C3353B29}"/>
                </a:ext>
              </a:extLst>
            </p:cNvPr>
            <p:cNvSpPr/>
            <p:nvPr/>
          </p:nvSpPr>
          <p:spPr>
            <a:xfrm>
              <a:off x="1772314" y="332795"/>
              <a:ext cx="77252" cy="9199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155">
              <a:extLst>
                <a:ext uri="{FF2B5EF4-FFF2-40B4-BE49-F238E27FC236}">
                  <a16:creationId xmlns:a16="http://schemas.microsoft.com/office/drawing/2014/main" id="{7AA2D936-8A2E-448A-A3FE-121C90D55E4E}"/>
                </a:ext>
              </a:extLst>
            </p:cNvPr>
            <p:cNvSpPr/>
            <p:nvPr/>
          </p:nvSpPr>
          <p:spPr>
            <a:xfrm>
              <a:off x="1871684" y="293688"/>
              <a:ext cx="83663" cy="133347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7D614E3F-8E38-48A8-A892-90F1BE5DFC41}"/>
                </a:ext>
              </a:extLst>
            </p:cNvPr>
            <p:cNvSpPr/>
            <p:nvPr/>
          </p:nvSpPr>
          <p:spPr>
            <a:xfrm>
              <a:off x="1978106" y="332795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157">
              <a:extLst>
                <a:ext uri="{FF2B5EF4-FFF2-40B4-BE49-F238E27FC236}">
                  <a16:creationId xmlns:a16="http://schemas.microsoft.com/office/drawing/2014/main" id="{EB14B71E-9496-43D9-A4EC-B717F5048611}"/>
                </a:ext>
              </a:extLst>
            </p:cNvPr>
            <p:cNvSpPr/>
            <p:nvPr/>
          </p:nvSpPr>
          <p:spPr>
            <a:xfrm>
              <a:off x="2083566" y="332713"/>
              <a:ext cx="53852" cy="91758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158">
              <a:extLst>
                <a:ext uri="{FF2B5EF4-FFF2-40B4-BE49-F238E27FC236}">
                  <a16:creationId xmlns:a16="http://schemas.microsoft.com/office/drawing/2014/main" id="{790BD971-8810-42D7-9C91-5E31E7DE2C4E}"/>
                </a:ext>
              </a:extLst>
            </p:cNvPr>
            <p:cNvSpPr/>
            <p:nvPr/>
          </p:nvSpPr>
          <p:spPr>
            <a:xfrm>
              <a:off x="2150561" y="359721"/>
              <a:ext cx="43915" cy="19874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159">
              <a:extLst>
                <a:ext uri="{FF2B5EF4-FFF2-40B4-BE49-F238E27FC236}">
                  <a16:creationId xmlns:a16="http://schemas.microsoft.com/office/drawing/2014/main" id="{32DC33CF-54F4-4299-82CD-B2375462167E}"/>
                </a:ext>
              </a:extLst>
            </p:cNvPr>
            <p:cNvSpPr/>
            <p:nvPr/>
          </p:nvSpPr>
          <p:spPr>
            <a:xfrm>
              <a:off x="2221081" y="300420"/>
              <a:ext cx="97126" cy="126295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28E7B4C3-0E3A-4A63-A15B-FBBF0A790C9D}"/>
                </a:ext>
              </a:extLst>
            </p:cNvPr>
            <p:cNvSpPr/>
            <p:nvPr/>
          </p:nvSpPr>
          <p:spPr>
            <a:xfrm>
              <a:off x="2346415" y="332795"/>
              <a:ext cx="76931" cy="9199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DE83242C-3DAB-4186-A2CF-ABC5CE556834}"/>
                </a:ext>
              </a:extLst>
            </p:cNvPr>
            <p:cNvSpPr/>
            <p:nvPr/>
          </p:nvSpPr>
          <p:spPr>
            <a:xfrm>
              <a:off x="2447067" y="294971"/>
              <a:ext cx="26605" cy="129501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2">
              <a:extLst>
                <a:ext uri="{FF2B5EF4-FFF2-40B4-BE49-F238E27FC236}">
                  <a16:creationId xmlns:a16="http://schemas.microsoft.com/office/drawing/2014/main" id="{CE94665A-1959-4E8D-8843-30D9AA88A120}"/>
                </a:ext>
              </a:extLst>
            </p:cNvPr>
            <p:cNvSpPr/>
            <p:nvPr/>
          </p:nvSpPr>
          <p:spPr>
            <a:xfrm>
              <a:off x="2488418" y="335039"/>
              <a:ext cx="87189" cy="89753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3">
              <a:extLst>
                <a:ext uri="{FF2B5EF4-FFF2-40B4-BE49-F238E27FC236}">
                  <a16:creationId xmlns:a16="http://schemas.microsoft.com/office/drawing/2014/main" id="{6D37DE7E-42BD-43AE-AD54-7C9257288F34}"/>
                </a:ext>
              </a:extLst>
            </p:cNvPr>
            <p:cNvSpPr/>
            <p:nvPr/>
          </p:nvSpPr>
          <p:spPr>
            <a:xfrm>
              <a:off x="2585223" y="332795"/>
              <a:ext cx="81739" cy="93920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EA89A64B-C979-45EC-B4F6-949EB2001B5D}"/>
                </a:ext>
              </a:extLst>
            </p:cNvPr>
            <p:cNvSpPr/>
            <p:nvPr/>
          </p:nvSpPr>
          <p:spPr>
            <a:xfrm>
              <a:off x="2690683" y="332713"/>
              <a:ext cx="53852" cy="91758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D8F4E6F5-DCF7-4013-87A5-43A2566A3AD9}"/>
                </a:ext>
              </a:extLst>
            </p:cNvPr>
            <p:cNvSpPr/>
            <p:nvPr/>
          </p:nvSpPr>
          <p:spPr>
            <a:xfrm>
              <a:off x="2754472" y="332474"/>
              <a:ext cx="69238" cy="94240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08B40D83-75AF-478E-9E62-44910A1F67F1}"/>
                </a:ext>
              </a:extLst>
            </p:cNvPr>
            <p:cNvSpPr/>
            <p:nvPr/>
          </p:nvSpPr>
          <p:spPr>
            <a:xfrm>
              <a:off x="2843264" y="294971"/>
              <a:ext cx="26605" cy="129501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4450C88D-A2CC-4995-B198-B8121FB36D4E}"/>
                </a:ext>
              </a:extLst>
            </p:cNvPr>
            <p:cNvSpPr/>
            <p:nvPr/>
          </p:nvSpPr>
          <p:spPr>
            <a:xfrm>
              <a:off x="2884935" y="306189"/>
              <a:ext cx="55775" cy="120525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170097FC-1C77-4FDF-AEC4-E77CD945C51D}"/>
                </a:ext>
              </a:extLst>
            </p:cNvPr>
            <p:cNvSpPr/>
            <p:nvPr/>
          </p:nvSpPr>
          <p:spPr>
            <a:xfrm>
              <a:off x="2957058" y="296573"/>
              <a:ext cx="75970" cy="130142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D9C6AC2B-710E-4330-AC9D-A8316145CCED}"/>
                </a:ext>
              </a:extLst>
            </p:cNvPr>
            <p:cNvSpPr/>
            <p:nvPr/>
          </p:nvSpPr>
          <p:spPr>
            <a:xfrm>
              <a:off x="3049376" y="306189"/>
              <a:ext cx="55775" cy="120525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A44EACAA-23D2-4B0E-A7A5-160CBF43FAA6}"/>
                </a:ext>
              </a:extLst>
            </p:cNvPr>
            <p:cNvSpPr/>
            <p:nvPr/>
          </p:nvSpPr>
          <p:spPr>
            <a:xfrm>
              <a:off x="510639" y="494671"/>
              <a:ext cx="92638" cy="124051"/>
            </a:xfrm>
            <a:custGeom>
              <a:avLst/>
              <a:gdLst>
                <a:gd name="connsiteX0" fmla="*/ 275273 w 275272"/>
                <a:gd name="connsiteY0" fmla="*/ 60960 h 368617"/>
                <a:gd name="connsiteX1" fmla="*/ 170498 w 275272"/>
                <a:gd name="connsiteY1" fmla="*/ 60960 h 368617"/>
                <a:gd name="connsiteX2" fmla="*/ 170498 w 275272"/>
                <a:gd name="connsiteY2" fmla="*/ 368617 h 368617"/>
                <a:gd name="connsiteX3" fmla="*/ 104775 w 275272"/>
                <a:gd name="connsiteY3" fmla="*/ 368617 h 368617"/>
                <a:gd name="connsiteX4" fmla="*/ 104775 w 275272"/>
                <a:gd name="connsiteY4" fmla="*/ 60960 h 368617"/>
                <a:gd name="connsiteX5" fmla="*/ 0 w 275272"/>
                <a:gd name="connsiteY5" fmla="*/ 60960 h 368617"/>
                <a:gd name="connsiteX6" fmla="*/ 0 w 275272"/>
                <a:gd name="connsiteY6" fmla="*/ 0 h 368617"/>
                <a:gd name="connsiteX7" fmla="*/ 275273 w 275272"/>
                <a:gd name="connsiteY7" fmla="*/ 0 h 368617"/>
                <a:gd name="connsiteX8" fmla="*/ 275273 w 275272"/>
                <a:gd name="connsiteY8" fmla="*/ 6096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272" h="368617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C1445E99-D980-4FC1-8219-60CB5C0DAA20}"/>
                </a:ext>
              </a:extLst>
            </p:cNvPr>
            <p:cNvSpPr/>
            <p:nvPr/>
          </p:nvSpPr>
          <p:spPr>
            <a:xfrm>
              <a:off x="603919" y="526726"/>
              <a:ext cx="81739" cy="93920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7 w 242887"/>
                <a:gd name="connsiteY5" fmla="*/ 160972 h 279082"/>
                <a:gd name="connsiteX6" fmla="*/ 133350 w 242887"/>
                <a:gd name="connsiteY6" fmla="*/ 225742 h 279082"/>
                <a:gd name="connsiteX7" fmla="*/ 199073 w 242887"/>
                <a:gd name="connsiteY7" fmla="*/ 194310 h 279082"/>
                <a:gd name="connsiteX8" fmla="*/ 238125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8F5B513C-3EB1-4F96-AE3F-FA2E5E55A045}"/>
                </a:ext>
              </a:extLst>
            </p:cNvPr>
            <p:cNvSpPr/>
            <p:nvPr/>
          </p:nvSpPr>
          <p:spPr>
            <a:xfrm>
              <a:off x="703929" y="526405"/>
              <a:ext cx="75649" cy="94241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3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60BC311B-E1F4-4DE2-B87A-9DAD7B90EA03}"/>
                </a:ext>
              </a:extLst>
            </p:cNvPr>
            <p:cNvSpPr/>
            <p:nvPr/>
          </p:nvSpPr>
          <p:spPr>
            <a:xfrm>
              <a:off x="797850" y="487619"/>
              <a:ext cx="76931" cy="131103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6D220A37-F8FD-4C97-B886-3789AD45A1C3}"/>
                </a:ext>
              </a:extLst>
            </p:cNvPr>
            <p:cNvSpPr/>
            <p:nvPr/>
          </p:nvSpPr>
          <p:spPr>
            <a:xfrm>
              <a:off x="901707" y="526726"/>
              <a:ext cx="76931" cy="9199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7618119C-41E9-43BA-92E1-7139F37520B7}"/>
                </a:ext>
              </a:extLst>
            </p:cNvPr>
            <p:cNvSpPr/>
            <p:nvPr/>
          </p:nvSpPr>
          <p:spPr>
            <a:xfrm>
              <a:off x="1002359" y="488901"/>
              <a:ext cx="26605" cy="129501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A5F874B1-F5C4-402C-9749-2AB3C2EAFCFC}"/>
                </a:ext>
              </a:extLst>
            </p:cNvPr>
            <p:cNvSpPr/>
            <p:nvPr/>
          </p:nvSpPr>
          <p:spPr>
            <a:xfrm>
              <a:off x="1045312" y="526405"/>
              <a:ext cx="69238" cy="94241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2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169F6428-4F5D-4675-B468-7AAA6EA2A8D9}"/>
                </a:ext>
              </a:extLst>
            </p:cNvPr>
            <p:cNvSpPr/>
            <p:nvPr/>
          </p:nvSpPr>
          <p:spPr>
            <a:xfrm>
              <a:off x="1131540" y="526405"/>
              <a:ext cx="75649" cy="94241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6ECA4213-C333-492A-8271-46DBC688C852}"/>
                </a:ext>
              </a:extLst>
            </p:cNvPr>
            <p:cNvSpPr/>
            <p:nvPr/>
          </p:nvSpPr>
          <p:spPr>
            <a:xfrm>
              <a:off x="1225460" y="487619"/>
              <a:ext cx="76931" cy="131103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CA31CA87-30A7-4449-9783-8DC969F2EACE}"/>
                </a:ext>
              </a:extLst>
            </p:cNvPr>
            <p:cNvSpPr/>
            <p:nvPr/>
          </p:nvSpPr>
          <p:spPr>
            <a:xfrm>
              <a:off x="1324189" y="526726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7C37FD0D-D89F-431F-9478-9D2638DB850F}"/>
                </a:ext>
              </a:extLst>
            </p:cNvPr>
            <p:cNvSpPr/>
            <p:nvPr/>
          </p:nvSpPr>
          <p:spPr>
            <a:xfrm>
              <a:off x="1482539" y="494671"/>
              <a:ext cx="77893" cy="124051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9A1255C6-12A9-459B-843F-7294ADDC1C1B}"/>
                </a:ext>
              </a:extLst>
            </p:cNvPr>
            <p:cNvSpPr/>
            <p:nvPr/>
          </p:nvSpPr>
          <p:spPr>
            <a:xfrm>
              <a:off x="1564279" y="526726"/>
              <a:ext cx="76290" cy="93920"/>
            </a:xfrm>
            <a:custGeom>
              <a:avLst/>
              <a:gdLst>
                <a:gd name="connsiteX0" fmla="*/ 115253 w 226694"/>
                <a:gd name="connsiteY0" fmla="*/ 107633 h 279082"/>
                <a:gd name="connsiteX1" fmla="*/ 165735 w 226694"/>
                <a:gd name="connsiteY1" fmla="*/ 113347 h 279082"/>
                <a:gd name="connsiteX2" fmla="*/ 165735 w 226694"/>
                <a:gd name="connsiteY2" fmla="*/ 103822 h 279082"/>
                <a:gd name="connsiteX3" fmla="*/ 106680 w 226694"/>
                <a:gd name="connsiteY3" fmla="*/ 52388 h 279082"/>
                <a:gd name="connsiteX4" fmla="*/ 39053 w 226694"/>
                <a:gd name="connsiteY4" fmla="*/ 67627 h 279082"/>
                <a:gd name="connsiteX5" fmla="*/ 25717 w 226694"/>
                <a:gd name="connsiteY5" fmla="*/ 15240 h 279082"/>
                <a:gd name="connsiteX6" fmla="*/ 113347 w 226694"/>
                <a:gd name="connsiteY6" fmla="*/ 0 h 279082"/>
                <a:gd name="connsiteX7" fmla="*/ 226695 w 226694"/>
                <a:gd name="connsiteY7" fmla="*/ 102870 h 279082"/>
                <a:gd name="connsiteX8" fmla="*/ 226695 w 226694"/>
                <a:gd name="connsiteY8" fmla="*/ 273367 h 279082"/>
                <a:gd name="connsiteX9" fmla="*/ 167640 w 226694"/>
                <a:gd name="connsiteY9" fmla="*/ 273367 h 279082"/>
                <a:gd name="connsiteX10" fmla="*/ 167640 w 226694"/>
                <a:gd name="connsiteY10" fmla="*/ 244792 h 279082"/>
                <a:gd name="connsiteX11" fmla="*/ 165735 w 226694"/>
                <a:gd name="connsiteY11" fmla="*/ 244792 h 279082"/>
                <a:gd name="connsiteX12" fmla="*/ 87630 w 226694"/>
                <a:gd name="connsiteY12" fmla="*/ 279083 h 279082"/>
                <a:gd name="connsiteX13" fmla="*/ 0 w 226694"/>
                <a:gd name="connsiteY13" fmla="*/ 194310 h 279082"/>
                <a:gd name="connsiteX14" fmla="*/ 115253 w 226694"/>
                <a:gd name="connsiteY14" fmla="*/ 107633 h 279082"/>
                <a:gd name="connsiteX15" fmla="*/ 104775 w 226694"/>
                <a:gd name="connsiteY15" fmla="*/ 232410 h 279082"/>
                <a:gd name="connsiteX16" fmla="*/ 165735 w 226694"/>
                <a:gd name="connsiteY16" fmla="*/ 200025 h 279082"/>
                <a:gd name="connsiteX17" fmla="*/ 165735 w 226694"/>
                <a:gd name="connsiteY17" fmla="*/ 153352 h 279082"/>
                <a:gd name="connsiteX18" fmla="*/ 121920 w 226694"/>
                <a:gd name="connsiteY18" fmla="*/ 148590 h 279082"/>
                <a:gd name="connsiteX19" fmla="*/ 60007 w 226694"/>
                <a:gd name="connsiteY19" fmla="*/ 192405 h 279082"/>
                <a:gd name="connsiteX20" fmla="*/ 104775 w 226694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6694" h="279082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BD88DE7C-655E-4731-99FA-B7E34983ECB8}"/>
                </a:ext>
              </a:extLst>
            </p:cNvPr>
            <p:cNvSpPr/>
            <p:nvPr/>
          </p:nvSpPr>
          <p:spPr>
            <a:xfrm>
              <a:off x="1667175" y="487619"/>
              <a:ext cx="78854" cy="131103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F31C4EAF-8B93-4132-872E-D12B732A4099}"/>
                </a:ext>
              </a:extLst>
            </p:cNvPr>
            <p:cNvSpPr/>
            <p:nvPr/>
          </p:nvSpPr>
          <p:spPr>
            <a:xfrm>
              <a:off x="1761416" y="528970"/>
              <a:ext cx="77252" cy="9199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02DF8183-C86A-43FA-8D36-ACC72C3197B3}"/>
                </a:ext>
              </a:extLst>
            </p:cNvPr>
            <p:cNvSpPr/>
            <p:nvPr/>
          </p:nvSpPr>
          <p:spPr>
            <a:xfrm>
              <a:off x="1865594" y="487299"/>
              <a:ext cx="20835" cy="131103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E6503672-A51F-4F6C-A4CF-65F4050E558B}"/>
                </a:ext>
              </a:extLst>
            </p:cNvPr>
            <p:cNvSpPr/>
            <p:nvPr/>
          </p:nvSpPr>
          <p:spPr>
            <a:xfrm>
              <a:off x="1905021" y="500120"/>
              <a:ext cx="55775" cy="120526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8 w 165734"/>
                <a:gd name="connsiteY3" fmla="*/ 282892 h 358140"/>
                <a:gd name="connsiteX4" fmla="*/ 40958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96BAB337-D064-4F11-8A5E-31DBC2E4704B}"/>
                </a:ext>
              </a:extLst>
            </p:cNvPr>
            <p:cNvSpPr/>
            <p:nvPr/>
          </p:nvSpPr>
          <p:spPr>
            <a:xfrm>
              <a:off x="1977144" y="490504"/>
              <a:ext cx="75970" cy="130142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1AE128CD-EB21-4D9D-BBA0-37A4055A2285}"/>
                </a:ext>
              </a:extLst>
            </p:cNvPr>
            <p:cNvSpPr/>
            <p:nvPr/>
          </p:nvSpPr>
          <p:spPr>
            <a:xfrm>
              <a:off x="2069462" y="500120"/>
              <a:ext cx="55775" cy="120526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2870 w 165734"/>
                <a:gd name="connsiteY13" fmla="*/ 138113 h 358140"/>
                <a:gd name="connsiteX14" fmla="*/ 102870 w 165734"/>
                <a:gd name="connsiteY14" fmla="*/ 269558 h 358140"/>
                <a:gd name="connsiteX15" fmla="*/ 131445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200" name="Freihandform: Form 87">
            <a:extLst>
              <a:ext uri="{FF2B5EF4-FFF2-40B4-BE49-F238E27FC236}">
                <a16:creationId xmlns:a16="http://schemas.microsoft.com/office/drawing/2014/main" id="{FEE9A2C3-D2A4-EF45-896D-DC8FC14D6C80}"/>
              </a:ext>
            </a:extLst>
          </p:cNvPr>
          <p:cNvSpPr/>
          <p:nvPr userDrawn="1"/>
        </p:nvSpPr>
        <p:spPr>
          <a:xfrm>
            <a:off x="10337736" y="300704"/>
            <a:ext cx="1403903" cy="535987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493" y="300704"/>
            <a:ext cx="1543659" cy="541185"/>
          </a:xfrm>
          <a:prstGeom prst="rect">
            <a:avLst/>
          </a:prstGeom>
        </p:spPr>
      </p:pic>
      <p:sp>
        <p:nvSpPr>
          <p:cNvPr id="6" name="Bildplatzhalter 5"/>
          <p:cNvSpPr>
            <a:spLocks noGrp="1"/>
          </p:cNvSpPr>
          <p:nvPr>
            <p:ph type="pic" sz="quarter" idx="12"/>
          </p:nvPr>
        </p:nvSpPr>
        <p:spPr>
          <a:xfrm>
            <a:off x="6524462" y="300704"/>
            <a:ext cx="1731896" cy="53598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606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C6F2-BFE9-4DA1-8335-8212BBEBDEDB}" type="datetime4">
              <a:rPr lang="de-DE" smtClean="0"/>
              <a:t>12.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41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42" name="Grafik 41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016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0691-36C4-442B-801E-F5F906A331D4}" type="datetime4">
              <a:rPr lang="de-DE" smtClean="0"/>
              <a:t>12.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E94ED47E-AE0F-46CF-A861-AA42DCC1736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2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25" name="Grafik 24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590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Kapiteltrenner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DBE663-8CF8-4EA4-AF83-5C771F9A06FE}" type="datetime4">
              <a:rPr lang="de-DE" smtClean="0"/>
              <a:t>12.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AAA9021C-F612-7A45-9064-2DAABFCA9C99}"/>
              </a:ext>
            </a:extLst>
          </p:cNvPr>
          <p:cNvGrpSpPr/>
          <p:nvPr userDrawn="1"/>
        </p:nvGrpSpPr>
        <p:grpSpPr>
          <a:xfrm>
            <a:off x="510639" y="293096"/>
            <a:ext cx="2388067" cy="301237"/>
            <a:chOff x="510639" y="293688"/>
            <a:chExt cx="2594512" cy="327279"/>
          </a:xfrm>
        </p:grpSpPr>
        <p:sp>
          <p:nvSpPr>
            <p:cNvPr id="92" name="Freihandform: Form 139">
              <a:extLst>
                <a:ext uri="{FF2B5EF4-FFF2-40B4-BE49-F238E27FC236}">
                  <a16:creationId xmlns:a16="http://schemas.microsoft.com/office/drawing/2014/main" id="{239FEB29-764E-D84F-A6B9-E572E9BA35FA}"/>
                </a:ext>
              </a:extLst>
            </p:cNvPr>
            <p:cNvSpPr/>
            <p:nvPr/>
          </p:nvSpPr>
          <p:spPr>
            <a:xfrm>
              <a:off x="519935" y="300420"/>
              <a:ext cx="78213" cy="124372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3" name="Freihandform: Form 140">
              <a:extLst>
                <a:ext uri="{FF2B5EF4-FFF2-40B4-BE49-F238E27FC236}">
                  <a16:creationId xmlns:a16="http://schemas.microsoft.com/office/drawing/2014/main" id="{30E07473-1FE4-ED4D-ABDA-C4460B82C76D}"/>
                </a:ext>
              </a:extLst>
            </p:cNvPr>
            <p:cNvSpPr/>
            <p:nvPr/>
          </p:nvSpPr>
          <p:spPr>
            <a:xfrm>
              <a:off x="610329" y="332713"/>
              <a:ext cx="53852" cy="91758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4" name="Freihandform: Form 141">
              <a:extLst>
                <a:ext uri="{FF2B5EF4-FFF2-40B4-BE49-F238E27FC236}">
                  <a16:creationId xmlns:a16="http://schemas.microsoft.com/office/drawing/2014/main" id="{ACFFFEA1-E2B9-BF4B-8614-D4E5B5F85F27}"/>
                </a:ext>
              </a:extLst>
            </p:cNvPr>
            <p:cNvSpPr/>
            <p:nvPr/>
          </p:nvSpPr>
          <p:spPr>
            <a:xfrm>
              <a:off x="679247" y="294971"/>
              <a:ext cx="26605" cy="129501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142">
              <a:extLst>
                <a:ext uri="{FF2B5EF4-FFF2-40B4-BE49-F238E27FC236}">
                  <a16:creationId xmlns:a16="http://schemas.microsoft.com/office/drawing/2014/main" id="{DCFE20F4-1FAA-3B4B-AFD3-FE5FED6F8703}"/>
                </a:ext>
              </a:extLst>
            </p:cNvPr>
            <p:cNvSpPr/>
            <p:nvPr/>
          </p:nvSpPr>
          <p:spPr>
            <a:xfrm>
              <a:off x="725086" y="332795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143">
              <a:extLst>
                <a:ext uri="{FF2B5EF4-FFF2-40B4-BE49-F238E27FC236}">
                  <a16:creationId xmlns:a16="http://schemas.microsoft.com/office/drawing/2014/main" id="{3D433F7E-E5FB-4B45-87E4-D54E97FD3DEE}"/>
                </a:ext>
              </a:extLst>
            </p:cNvPr>
            <p:cNvSpPr/>
            <p:nvPr/>
          </p:nvSpPr>
          <p:spPr>
            <a:xfrm>
              <a:off x="825417" y="293688"/>
              <a:ext cx="83663" cy="133347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144">
              <a:extLst>
                <a:ext uri="{FF2B5EF4-FFF2-40B4-BE49-F238E27FC236}">
                  <a16:creationId xmlns:a16="http://schemas.microsoft.com/office/drawing/2014/main" id="{39EB8253-0480-F945-BF50-3C39BC415AEF}"/>
                </a:ext>
              </a:extLst>
            </p:cNvPr>
            <p:cNvSpPr/>
            <p:nvPr/>
          </p:nvSpPr>
          <p:spPr>
            <a:xfrm>
              <a:off x="936967" y="332713"/>
              <a:ext cx="53852" cy="91758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145">
              <a:extLst>
                <a:ext uri="{FF2B5EF4-FFF2-40B4-BE49-F238E27FC236}">
                  <a16:creationId xmlns:a16="http://schemas.microsoft.com/office/drawing/2014/main" id="{3C3CAEA5-31EB-6B48-8A0B-FDDA4E37BB49}"/>
                </a:ext>
              </a:extLst>
            </p:cNvPr>
            <p:cNvSpPr/>
            <p:nvPr/>
          </p:nvSpPr>
          <p:spPr>
            <a:xfrm>
              <a:off x="1005565" y="294971"/>
              <a:ext cx="26605" cy="129501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146">
              <a:extLst>
                <a:ext uri="{FF2B5EF4-FFF2-40B4-BE49-F238E27FC236}">
                  <a16:creationId xmlns:a16="http://schemas.microsoft.com/office/drawing/2014/main" id="{6BF62CD0-F5B5-8845-8426-81D7F83163CB}"/>
                </a:ext>
              </a:extLst>
            </p:cNvPr>
            <p:cNvSpPr/>
            <p:nvPr/>
          </p:nvSpPr>
          <p:spPr>
            <a:xfrm>
              <a:off x="1052044" y="332474"/>
              <a:ext cx="75649" cy="94240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147">
              <a:extLst>
                <a:ext uri="{FF2B5EF4-FFF2-40B4-BE49-F238E27FC236}">
                  <a16:creationId xmlns:a16="http://schemas.microsoft.com/office/drawing/2014/main" id="{74F82E2E-2B50-F84C-8BD0-1F0FD1E8B441}"/>
                </a:ext>
              </a:extLst>
            </p:cNvPr>
            <p:cNvSpPr/>
            <p:nvPr/>
          </p:nvSpPr>
          <p:spPr>
            <a:xfrm>
              <a:off x="1145644" y="293688"/>
              <a:ext cx="77252" cy="131103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48">
              <a:extLst>
                <a:ext uri="{FF2B5EF4-FFF2-40B4-BE49-F238E27FC236}">
                  <a16:creationId xmlns:a16="http://schemas.microsoft.com/office/drawing/2014/main" id="{764A666C-D860-AD49-B7E5-01027DAF2F9E}"/>
                </a:ext>
              </a:extLst>
            </p:cNvPr>
            <p:cNvSpPr/>
            <p:nvPr/>
          </p:nvSpPr>
          <p:spPr>
            <a:xfrm>
              <a:off x="1246937" y="359721"/>
              <a:ext cx="43915" cy="19874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49">
              <a:extLst>
                <a:ext uri="{FF2B5EF4-FFF2-40B4-BE49-F238E27FC236}">
                  <a16:creationId xmlns:a16="http://schemas.microsoft.com/office/drawing/2014/main" id="{A60FAD8F-356D-9A49-8917-F8D75E39E254}"/>
                </a:ext>
              </a:extLst>
            </p:cNvPr>
            <p:cNvSpPr/>
            <p:nvPr/>
          </p:nvSpPr>
          <p:spPr>
            <a:xfrm>
              <a:off x="1302071" y="300420"/>
              <a:ext cx="115397" cy="124051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50">
              <a:extLst>
                <a:ext uri="{FF2B5EF4-FFF2-40B4-BE49-F238E27FC236}">
                  <a16:creationId xmlns:a16="http://schemas.microsoft.com/office/drawing/2014/main" id="{2122BFDD-4180-3242-9DE6-1722C6BB87E1}"/>
                </a:ext>
              </a:extLst>
            </p:cNvPr>
            <p:cNvSpPr/>
            <p:nvPr/>
          </p:nvSpPr>
          <p:spPr>
            <a:xfrm>
              <a:off x="1436060" y="293688"/>
              <a:ext cx="20835" cy="130783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51">
              <a:extLst>
                <a:ext uri="{FF2B5EF4-FFF2-40B4-BE49-F238E27FC236}">
                  <a16:creationId xmlns:a16="http://schemas.microsoft.com/office/drawing/2014/main" id="{A137BDFA-16B4-5E4D-90CA-25E45475E283}"/>
                </a:ext>
              </a:extLst>
            </p:cNvPr>
            <p:cNvSpPr/>
            <p:nvPr/>
          </p:nvSpPr>
          <p:spPr>
            <a:xfrm>
              <a:off x="1479334" y="332795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52">
              <a:extLst>
                <a:ext uri="{FF2B5EF4-FFF2-40B4-BE49-F238E27FC236}">
                  <a16:creationId xmlns:a16="http://schemas.microsoft.com/office/drawing/2014/main" id="{51BC45C2-1274-BB42-B2FF-655E609A4F3F}"/>
                </a:ext>
              </a:extLst>
            </p:cNvPr>
            <p:cNvSpPr/>
            <p:nvPr/>
          </p:nvSpPr>
          <p:spPr>
            <a:xfrm>
              <a:off x="1572613" y="334718"/>
              <a:ext cx="85906" cy="89753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53">
              <a:extLst>
                <a:ext uri="{FF2B5EF4-FFF2-40B4-BE49-F238E27FC236}">
                  <a16:creationId xmlns:a16="http://schemas.microsoft.com/office/drawing/2014/main" id="{039CA6A1-8CFA-4A4B-9F23-2BB7B0C89625}"/>
                </a:ext>
              </a:extLst>
            </p:cNvPr>
            <p:cNvSpPr/>
            <p:nvPr/>
          </p:nvSpPr>
          <p:spPr>
            <a:xfrm>
              <a:off x="1669733" y="332795"/>
              <a:ext cx="75975" cy="93920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54">
              <a:extLst>
                <a:ext uri="{FF2B5EF4-FFF2-40B4-BE49-F238E27FC236}">
                  <a16:creationId xmlns:a16="http://schemas.microsoft.com/office/drawing/2014/main" id="{ED05D2C0-4637-7549-888A-5A0ED2277201}"/>
                </a:ext>
              </a:extLst>
            </p:cNvPr>
            <p:cNvSpPr/>
            <p:nvPr/>
          </p:nvSpPr>
          <p:spPr>
            <a:xfrm>
              <a:off x="1772314" y="332795"/>
              <a:ext cx="77252" cy="9199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55">
              <a:extLst>
                <a:ext uri="{FF2B5EF4-FFF2-40B4-BE49-F238E27FC236}">
                  <a16:creationId xmlns:a16="http://schemas.microsoft.com/office/drawing/2014/main" id="{E19058B0-7775-D44E-B670-ABF807D028C6}"/>
                </a:ext>
              </a:extLst>
            </p:cNvPr>
            <p:cNvSpPr/>
            <p:nvPr/>
          </p:nvSpPr>
          <p:spPr>
            <a:xfrm>
              <a:off x="1871684" y="293688"/>
              <a:ext cx="83663" cy="133347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56">
              <a:extLst>
                <a:ext uri="{FF2B5EF4-FFF2-40B4-BE49-F238E27FC236}">
                  <a16:creationId xmlns:a16="http://schemas.microsoft.com/office/drawing/2014/main" id="{B494CC1A-A672-C84F-986B-05A683E0AF13}"/>
                </a:ext>
              </a:extLst>
            </p:cNvPr>
            <p:cNvSpPr/>
            <p:nvPr/>
          </p:nvSpPr>
          <p:spPr>
            <a:xfrm>
              <a:off x="1978106" y="332795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57">
              <a:extLst>
                <a:ext uri="{FF2B5EF4-FFF2-40B4-BE49-F238E27FC236}">
                  <a16:creationId xmlns:a16="http://schemas.microsoft.com/office/drawing/2014/main" id="{3FA5D363-CFB8-0746-97D7-B5D03E23E745}"/>
                </a:ext>
              </a:extLst>
            </p:cNvPr>
            <p:cNvSpPr/>
            <p:nvPr/>
          </p:nvSpPr>
          <p:spPr>
            <a:xfrm>
              <a:off x="2083566" y="332713"/>
              <a:ext cx="53852" cy="91758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58">
              <a:extLst>
                <a:ext uri="{FF2B5EF4-FFF2-40B4-BE49-F238E27FC236}">
                  <a16:creationId xmlns:a16="http://schemas.microsoft.com/office/drawing/2014/main" id="{61F52BFA-2C47-174A-AD0B-49737BCE47CD}"/>
                </a:ext>
              </a:extLst>
            </p:cNvPr>
            <p:cNvSpPr/>
            <p:nvPr/>
          </p:nvSpPr>
          <p:spPr>
            <a:xfrm>
              <a:off x="2150561" y="359721"/>
              <a:ext cx="43915" cy="19874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59">
              <a:extLst>
                <a:ext uri="{FF2B5EF4-FFF2-40B4-BE49-F238E27FC236}">
                  <a16:creationId xmlns:a16="http://schemas.microsoft.com/office/drawing/2014/main" id="{56D89971-3BAE-8B48-8779-9659478A6E33}"/>
                </a:ext>
              </a:extLst>
            </p:cNvPr>
            <p:cNvSpPr/>
            <p:nvPr/>
          </p:nvSpPr>
          <p:spPr>
            <a:xfrm>
              <a:off x="2221081" y="300420"/>
              <a:ext cx="97126" cy="126295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60">
              <a:extLst>
                <a:ext uri="{FF2B5EF4-FFF2-40B4-BE49-F238E27FC236}">
                  <a16:creationId xmlns:a16="http://schemas.microsoft.com/office/drawing/2014/main" id="{5BFB40D3-0C94-C34E-8D0C-BA37CE64A2A6}"/>
                </a:ext>
              </a:extLst>
            </p:cNvPr>
            <p:cNvSpPr/>
            <p:nvPr/>
          </p:nvSpPr>
          <p:spPr>
            <a:xfrm>
              <a:off x="2346415" y="332795"/>
              <a:ext cx="76931" cy="9199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1">
              <a:extLst>
                <a:ext uri="{FF2B5EF4-FFF2-40B4-BE49-F238E27FC236}">
                  <a16:creationId xmlns:a16="http://schemas.microsoft.com/office/drawing/2014/main" id="{5F3B670D-3F4C-EB46-B888-A17039EC5DA8}"/>
                </a:ext>
              </a:extLst>
            </p:cNvPr>
            <p:cNvSpPr/>
            <p:nvPr/>
          </p:nvSpPr>
          <p:spPr>
            <a:xfrm>
              <a:off x="2447067" y="294971"/>
              <a:ext cx="26605" cy="129501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2">
              <a:extLst>
                <a:ext uri="{FF2B5EF4-FFF2-40B4-BE49-F238E27FC236}">
                  <a16:creationId xmlns:a16="http://schemas.microsoft.com/office/drawing/2014/main" id="{1AC6A114-F6C4-A44F-82C1-746D659D92E5}"/>
                </a:ext>
              </a:extLst>
            </p:cNvPr>
            <p:cNvSpPr/>
            <p:nvPr/>
          </p:nvSpPr>
          <p:spPr>
            <a:xfrm>
              <a:off x="2488418" y="335039"/>
              <a:ext cx="87189" cy="89753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3">
              <a:extLst>
                <a:ext uri="{FF2B5EF4-FFF2-40B4-BE49-F238E27FC236}">
                  <a16:creationId xmlns:a16="http://schemas.microsoft.com/office/drawing/2014/main" id="{6C84A291-9A88-BC46-9243-A5BDAD73E704}"/>
                </a:ext>
              </a:extLst>
            </p:cNvPr>
            <p:cNvSpPr/>
            <p:nvPr/>
          </p:nvSpPr>
          <p:spPr>
            <a:xfrm>
              <a:off x="2585223" y="332795"/>
              <a:ext cx="81739" cy="93920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5">
              <a:extLst>
                <a:ext uri="{FF2B5EF4-FFF2-40B4-BE49-F238E27FC236}">
                  <a16:creationId xmlns:a16="http://schemas.microsoft.com/office/drawing/2014/main" id="{ED77166F-3C93-3744-9927-37978A728989}"/>
                </a:ext>
              </a:extLst>
            </p:cNvPr>
            <p:cNvSpPr/>
            <p:nvPr/>
          </p:nvSpPr>
          <p:spPr>
            <a:xfrm>
              <a:off x="2690683" y="332713"/>
              <a:ext cx="53852" cy="91758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6">
              <a:extLst>
                <a:ext uri="{FF2B5EF4-FFF2-40B4-BE49-F238E27FC236}">
                  <a16:creationId xmlns:a16="http://schemas.microsoft.com/office/drawing/2014/main" id="{407D65A0-6EC3-0D4A-8197-FB6484487BE4}"/>
                </a:ext>
              </a:extLst>
            </p:cNvPr>
            <p:cNvSpPr/>
            <p:nvPr/>
          </p:nvSpPr>
          <p:spPr>
            <a:xfrm>
              <a:off x="2754472" y="332474"/>
              <a:ext cx="69238" cy="94240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8">
              <a:extLst>
                <a:ext uri="{FF2B5EF4-FFF2-40B4-BE49-F238E27FC236}">
                  <a16:creationId xmlns:a16="http://schemas.microsoft.com/office/drawing/2014/main" id="{F67E5B46-C275-4F48-A09F-54D35BC6A4BF}"/>
                </a:ext>
              </a:extLst>
            </p:cNvPr>
            <p:cNvSpPr/>
            <p:nvPr/>
          </p:nvSpPr>
          <p:spPr>
            <a:xfrm>
              <a:off x="2843264" y="294971"/>
              <a:ext cx="26605" cy="129501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9">
              <a:extLst>
                <a:ext uri="{FF2B5EF4-FFF2-40B4-BE49-F238E27FC236}">
                  <a16:creationId xmlns:a16="http://schemas.microsoft.com/office/drawing/2014/main" id="{909E25E7-19E2-8747-9126-F1AB3D631F78}"/>
                </a:ext>
              </a:extLst>
            </p:cNvPr>
            <p:cNvSpPr/>
            <p:nvPr/>
          </p:nvSpPr>
          <p:spPr>
            <a:xfrm>
              <a:off x="2884935" y="306189"/>
              <a:ext cx="55775" cy="120525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70">
              <a:extLst>
                <a:ext uri="{FF2B5EF4-FFF2-40B4-BE49-F238E27FC236}">
                  <a16:creationId xmlns:a16="http://schemas.microsoft.com/office/drawing/2014/main" id="{EAC5A913-E03E-7D4D-9078-FE9CA24554F9}"/>
                </a:ext>
              </a:extLst>
            </p:cNvPr>
            <p:cNvSpPr/>
            <p:nvPr/>
          </p:nvSpPr>
          <p:spPr>
            <a:xfrm>
              <a:off x="2957058" y="296573"/>
              <a:ext cx="75970" cy="130142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1">
              <a:extLst>
                <a:ext uri="{FF2B5EF4-FFF2-40B4-BE49-F238E27FC236}">
                  <a16:creationId xmlns:a16="http://schemas.microsoft.com/office/drawing/2014/main" id="{8FABF0FD-F7EF-5349-A2E7-C349C225F8D4}"/>
                </a:ext>
              </a:extLst>
            </p:cNvPr>
            <p:cNvSpPr/>
            <p:nvPr/>
          </p:nvSpPr>
          <p:spPr>
            <a:xfrm>
              <a:off x="3049376" y="306189"/>
              <a:ext cx="55775" cy="120525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2">
              <a:extLst>
                <a:ext uri="{FF2B5EF4-FFF2-40B4-BE49-F238E27FC236}">
                  <a16:creationId xmlns:a16="http://schemas.microsoft.com/office/drawing/2014/main" id="{691B08B6-CE79-0F4B-B988-B7D1CEE53D89}"/>
                </a:ext>
              </a:extLst>
            </p:cNvPr>
            <p:cNvSpPr/>
            <p:nvPr/>
          </p:nvSpPr>
          <p:spPr>
            <a:xfrm>
              <a:off x="510639" y="494671"/>
              <a:ext cx="92638" cy="124051"/>
            </a:xfrm>
            <a:custGeom>
              <a:avLst/>
              <a:gdLst>
                <a:gd name="connsiteX0" fmla="*/ 275273 w 275272"/>
                <a:gd name="connsiteY0" fmla="*/ 60960 h 368617"/>
                <a:gd name="connsiteX1" fmla="*/ 170498 w 275272"/>
                <a:gd name="connsiteY1" fmla="*/ 60960 h 368617"/>
                <a:gd name="connsiteX2" fmla="*/ 170498 w 275272"/>
                <a:gd name="connsiteY2" fmla="*/ 368617 h 368617"/>
                <a:gd name="connsiteX3" fmla="*/ 104775 w 275272"/>
                <a:gd name="connsiteY3" fmla="*/ 368617 h 368617"/>
                <a:gd name="connsiteX4" fmla="*/ 104775 w 275272"/>
                <a:gd name="connsiteY4" fmla="*/ 60960 h 368617"/>
                <a:gd name="connsiteX5" fmla="*/ 0 w 275272"/>
                <a:gd name="connsiteY5" fmla="*/ 60960 h 368617"/>
                <a:gd name="connsiteX6" fmla="*/ 0 w 275272"/>
                <a:gd name="connsiteY6" fmla="*/ 0 h 368617"/>
                <a:gd name="connsiteX7" fmla="*/ 275273 w 275272"/>
                <a:gd name="connsiteY7" fmla="*/ 0 h 368617"/>
                <a:gd name="connsiteX8" fmla="*/ 275273 w 275272"/>
                <a:gd name="connsiteY8" fmla="*/ 6096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272" h="368617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3">
              <a:extLst>
                <a:ext uri="{FF2B5EF4-FFF2-40B4-BE49-F238E27FC236}">
                  <a16:creationId xmlns:a16="http://schemas.microsoft.com/office/drawing/2014/main" id="{618EC208-E675-F54F-926D-39AE3A23A938}"/>
                </a:ext>
              </a:extLst>
            </p:cNvPr>
            <p:cNvSpPr/>
            <p:nvPr/>
          </p:nvSpPr>
          <p:spPr>
            <a:xfrm>
              <a:off x="603919" y="526726"/>
              <a:ext cx="81739" cy="93920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7 w 242887"/>
                <a:gd name="connsiteY5" fmla="*/ 160972 h 279082"/>
                <a:gd name="connsiteX6" fmla="*/ 133350 w 242887"/>
                <a:gd name="connsiteY6" fmla="*/ 225742 h 279082"/>
                <a:gd name="connsiteX7" fmla="*/ 199073 w 242887"/>
                <a:gd name="connsiteY7" fmla="*/ 194310 h 279082"/>
                <a:gd name="connsiteX8" fmla="*/ 238125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4">
              <a:extLst>
                <a:ext uri="{FF2B5EF4-FFF2-40B4-BE49-F238E27FC236}">
                  <a16:creationId xmlns:a16="http://schemas.microsoft.com/office/drawing/2014/main" id="{F3D8309A-1653-614D-A944-931615072E3B}"/>
                </a:ext>
              </a:extLst>
            </p:cNvPr>
            <p:cNvSpPr/>
            <p:nvPr/>
          </p:nvSpPr>
          <p:spPr>
            <a:xfrm>
              <a:off x="703929" y="526405"/>
              <a:ext cx="75649" cy="94241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3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5">
              <a:extLst>
                <a:ext uri="{FF2B5EF4-FFF2-40B4-BE49-F238E27FC236}">
                  <a16:creationId xmlns:a16="http://schemas.microsoft.com/office/drawing/2014/main" id="{717FDDCD-E871-BB4D-B232-2CEF5564DDCE}"/>
                </a:ext>
              </a:extLst>
            </p:cNvPr>
            <p:cNvSpPr/>
            <p:nvPr/>
          </p:nvSpPr>
          <p:spPr>
            <a:xfrm>
              <a:off x="797850" y="487619"/>
              <a:ext cx="76931" cy="131103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6">
              <a:extLst>
                <a:ext uri="{FF2B5EF4-FFF2-40B4-BE49-F238E27FC236}">
                  <a16:creationId xmlns:a16="http://schemas.microsoft.com/office/drawing/2014/main" id="{C8995C5D-7CC7-2E42-B769-E20C40839485}"/>
                </a:ext>
              </a:extLst>
            </p:cNvPr>
            <p:cNvSpPr/>
            <p:nvPr/>
          </p:nvSpPr>
          <p:spPr>
            <a:xfrm>
              <a:off x="901707" y="526726"/>
              <a:ext cx="76931" cy="9199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7">
              <a:extLst>
                <a:ext uri="{FF2B5EF4-FFF2-40B4-BE49-F238E27FC236}">
                  <a16:creationId xmlns:a16="http://schemas.microsoft.com/office/drawing/2014/main" id="{F0031B75-0C69-0A40-8402-DC1DE0934A97}"/>
                </a:ext>
              </a:extLst>
            </p:cNvPr>
            <p:cNvSpPr/>
            <p:nvPr/>
          </p:nvSpPr>
          <p:spPr>
            <a:xfrm>
              <a:off x="1002359" y="488901"/>
              <a:ext cx="26605" cy="129501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8">
              <a:extLst>
                <a:ext uri="{FF2B5EF4-FFF2-40B4-BE49-F238E27FC236}">
                  <a16:creationId xmlns:a16="http://schemas.microsoft.com/office/drawing/2014/main" id="{A0198E80-4FED-D345-A056-52D3E6BA6E76}"/>
                </a:ext>
              </a:extLst>
            </p:cNvPr>
            <p:cNvSpPr/>
            <p:nvPr/>
          </p:nvSpPr>
          <p:spPr>
            <a:xfrm>
              <a:off x="1045312" y="526405"/>
              <a:ext cx="69238" cy="94241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2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9">
              <a:extLst>
                <a:ext uri="{FF2B5EF4-FFF2-40B4-BE49-F238E27FC236}">
                  <a16:creationId xmlns:a16="http://schemas.microsoft.com/office/drawing/2014/main" id="{77DC6720-D7A3-F240-A035-723109FD2169}"/>
                </a:ext>
              </a:extLst>
            </p:cNvPr>
            <p:cNvSpPr/>
            <p:nvPr/>
          </p:nvSpPr>
          <p:spPr>
            <a:xfrm>
              <a:off x="1131540" y="526405"/>
              <a:ext cx="75649" cy="94241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80">
              <a:extLst>
                <a:ext uri="{FF2B5EF4-FFF2-40B4-BE49-F238E27FC236}">
                  <a16:creationId xmlns:a16="http://schemas.microsoft.com/office/drawing/2014/main" id="{113741B5-0862-1B40-9D96-56B2A9E93BF4}"/>
                </a:ext>
              </a:extLst>
            </p:cNvPr>
            <p:cNvSpPr/>
            <p:nvPr/>
          </p:nvSpPr>
          <p:spPr>
            <a:xfrm>
              <a:off x="1225460" y="487619"/>
              <a:ext cx="76931" cy="131103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1">
              <a:extLst>
                <a:ext uri="{FF2B5EF4-FFF2-40B4-BE49-F238E27FC236}">
                  <a16:creationId xmlns:a16="http://schemas.microsoft.com/office/drawing/2014/main" id="{DAB37A08-003F-3245-8E24-7AF93F705B58}"/>
                </a:ext>
              </a:extLst>
            </p:cNvPr>
            <p:cNvSpPr/>
            <p:nvPr/>
          </p:nvSpPr>
          <p:spPr>
            <a:xfrm>
              <a:off x="1324189" y="526726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2">
              <a:extLst>
                <a:ext uri="{FF2B5EF4-FFF2-40B4-BE49-F238E27FC236}">
                  <a16:creationId xmlns:a16="http://schemas.microsoft.com/office/drawing/2014/main" id="{FCFDE7EE-E7D1-544E-A701-3197B56FF0AD}"/>
                </a:ext>
              </a:extLst>
            </p:cNvPr>
            <p:cNvSpPr/>
            <p:nvPr/>
          </p:nvSpPr>
          <p:spPr>
            <a:xfrm>
              <a:off x="1482539" y="494671"/>
              <a:ext cx="77893" cy="124051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3">
              <a:extLst>
                <a:ext uri="{FF2B5EF4-FFF2-40B4-BE49-F238E27FC236}">
                  <a16:creationId xmlns:a16="http://schemas.microsoft.com/office/drawing/2014/main" id="{23158B01-DBA4-4448-A419-B14881054104}"/>
                </a:ext>
              </a:extLst>
            </p:cNvPr>
            <p:cNvSpPr/>
            <p:nvPr/>
          </p:nvSpPr>
          <p:spPr>
            <a:xfrm>
              <a:off x="1564279" y="526726"/>
              <a:ext cx="76290" cy="93920"/>
            </a:xfrm>
            <a:custGeom>
              <a:avLst/>
              <a:gdLst>
                <a:gd name="connsiteX0" fmla="*/ 115253 w 226694"/>
                <a:gd name="connsiteY0" fmla="*/ 107633 h 279082"/>
                <a:gd name="connsiteX1" fmla="*/ 165735 w 226694"/>
                <a:gd name="connsiteY1" fmla="*/ 113347 h 279082"/>
                <a:gd name="connsiteX2" fmla="*/ 165735 w 226694"/>
                <a:gd name="connsiteY2" fmla="*/ 103822 h 279082"/>
                <a:gd name="connsiteX3" fmla="*/ 106680 w 226694"/>
                <a:gd name="connsiteY3" fmla="*/ 52388 h 279082"/>
                <a:gd name="connsiteX4" fmla="*/ 39053 w 226694"/>
                <a:gd name="connsiteY4" fmla="*/ 67627 h 279082"/>
                <a:gd name="connsiteX5" fmla="*/ 25717 w 226694"/>
                <a:gd name="connsiteY5" fmla="*/ 15240 h 279082"/>
                <a:gd name="connsiteX6" fmla="*/ 113347 w 226694"/>
                <a:gd name="connsiteY6" fmla="*/ 0 h 279082"/>
                <a:gd name="connsiteX7" fmla="*/ 226695 w 226694"/>
                <a:gd name="connsiteY7" fmla="*/ 102870 h 279082"/>
                <a:gd name="connsiteX8" fmla="*/ 226695 w 226694"/>
                <a:gd name="connsiteY8" fmla="*/ 273367 h 279082"/>
                <a:gd name="connsiteX9" fmla="*/ 167640 w 226694"/>
                <a:gd name="connsiteY9" fmla="*/ 273367 h 279082"/>
                <a:gd name="connsiteX10" fmla="*/ 167640 w 226694"/>
                <a:gd name="connsiteY10" fmla="*/ 244792 h 279082"/>
                <a:gd name="connsiteX11" fmla="*/ 165735 w 226694"/>
                <a:gd name="connsiteY11" fmla="*/ 244792 h 279082"/>
                <a:gd name="connsiteX12" fmla="*/ 87630 w 226694"/>
                <a:gd name="connsiteY12" fmla="*/ 279083 h 279082"/>
                <a:gd name="connsiteX13" fmla="*/ 0 w 226694"/>
                <a:gd name="connsiteY13" fmla="*/ 194310 h 279082"/>
                <a:gd name="connsiteX14" fmla="*/ 115253 w 226694"/>
                <a:gd name="connsiteY14" fmla="*/ 107633 h 279082"/>
                <a:gd name="connsiteX15" fmla="*/ 104775 w 226694"/>
                <a:gd name="connsiteY15" fmla="*/ 232410 h 279082"/>
                <a:gd name="connsiteX16" fmla="*/ 165735 w 226694"/>
                <a:gd name="connsiteY16" fmla="*/ 200025 h 279082"/>
                <a:gd name="connsiteX17" fmla="*/ 165735 w 226694"/>
                <a:gd name="connsiteY17" fmla="*/ 153352 h 279082"/>
                <a:gd name="connsiteX18" fmla="*/ 121920 w 226694"/>
                <a:gd name="connsiteY18" fmla="*/ 148590 h 279082"/>
                <a:gd name="connsiteX19" fmla="*/ 60007 w 226694"/>
                <a:gd name="connsiteY19" fmla="*/ 192405 h 279082"/>
                <a:gd name="connsiteX20" fmla="*/ 104775 w 226694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6694" h="279082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4">
              <a:extLst>
                <a:ext uri="{FF2B5EF4-FFF2-40B4-BE49-F238E27FC236}">
                  <a16:creationId xmlns:a16="http://schemas.microsoft.com/office/drawing/2014/main" id="{F738BA72-6FA5-A340-A4D3-82C845D364B8}"/>
                </a:ext>
              </a:extLst>
            </p:cNvPr>
            <p:cNvSpPr/>
            <p:nvPr/>
          </p:nvSpPr>
          <p:spPr>
            <a:xfrm>
              <a:off x="1667175" y="487619"/>
              <a:ext cx="78854" cy="131103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5">
              <a:extLst>
                <a:ext uri="{FF2B5EF4-FFF2-40B4-BE49-F238E27FC236}">
                  <a16:creationId xmlns:a16="http://schemas.microsoft.com/office/drawing/2014/main" id="{A6D2746E-5F24-D745-A2A3-D0ADEEF336B5}"/>
                </a:ext>
              </a:extLst>
            </p:cNvPr>
            <p:cNvSpPr/>
            <p:nvPr/>
          </p:nvSpPr>
          <p:spPr>
            <a:xfrm>
              <a:off x="1761416" y="528970"/>
              <a:ext cx="77252" cy="9199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6">
              <a:extLst>
                <a:ext uri="{FF2B5EF4-FFF2-40B4-BE49-F238E27FC236}">
                  <a16:creationId xmlns:a16="http://schemas.microsoft.com/office/drawing/2014/main" id="{F365F04E-F6F3-EC40-8AF7-457F234C8148}"/>
                </a:ext>
              </a:extLst>
            </p:cNvPr>
            <p:cNvSpPr/>
            <p:nvPr/>
          </p:nvSpPr>
          <p:spPr>
            <a:xfrm>
              <a:off x="1865594" y="487299"/>
              <a:ext cx="20835" cy="131103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7">
              <a:extLst>
                <a:ext uri="{FF2B5EF4-FFF2-40B4-BE49-F238E27FC236}">
                  <a16:creationId xmlns:a16="http://schemas.microsoft.com/office/drawing/2014/main" id="{E795987B-C466-AF4D-91C5-7C0A403A567B}"/>
                </a:ext>
              </a:extLst>
            </p:cNvPr>
            <p:cNvSpPr/>
            <p:nvPr/>
          </p:nvSpPr>
          <p:spPr>
            <a:xfrm>
              <a:off x="1905021" y="500120"/>
              <a:ext cx="55775" cy="120526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8 w 165734"/>
                <a:gd name="connsiteY3" fmla="*/ 282892 h 358140"/>
                <a:gd name="connsiteX4" fmla="*/ 40958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8">
              <a:extLst>
                <a:ext uri="{FF2B5EF4-FFF2-40B4-BE49-F238E27FC236}">
                  <a16:creationId xmlns:a16="http://schemas.microsoft.com/office/drawing/2014/main" id="{03A27536-9171-8D4E-A050-974D975CBA72}"/>
                </a:ext>
              </a:extLst>
            </p:cNvPr>
            <p:cNvSpPr/>
            <p:nvPr/>
          </p:nvSpPr>
          <p:spPr>
            <a:xfrm>
              <a:off x="1977144" y="490504"/>
              <a:ext cx="75970" cy="130142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9">
              <a:extLst>
                <a:ext uri="{FF2B5EF4-FFF2-40B4-BE49-F238E27FC236}">
                  <a16:creationId xmlns:a16="http://schemas.microsoft.com/office/drawing/2014/main" id="{D643B2AE-9BD8-2447-B0FE-BFB5EF735DB4}"/>
                </a:ext>
              </a:extLst>
            </p:cNvPr>
            <p:cNvSpPr/>
            <p:nvPr/>
          </p:nvSpPr>
          <p:spPr>
            <a:xfrm>
              <a:off x="2069462" y="500120"/>
              <a:ext cx="55775" cy="120526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2870 w 165734"/>
                <a:gd name="connsiteY13" fmla="*/ 138113 h 358140"/>
                <a:gd name="connsiteX14" fmla="*/ 102870 w 165734"/>
                <a:gd name="connsiteY14" fmla="*/ 269558 h 358140"/>
                <a:gd name="connsiteX15" fmla="*/ 131445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1" name="Freihandform: Form 87">
            <a:extLst>
              <a:ext uri="{FF2B5EF4-FFF2-40B4-BE49-F238E27FC236}">
                <a16:creationId xmlns:a16="http://schemas.microsoft.com/office/drawing/2014/main" id="{DEFECFB7-4BFC-2143-8119-7CD966471870}"/>
              </a:ext>
            </a:extLst>
          </p:cNvPr>
          <p:cNvSpPr/>
          <p:nvPr userDrawn="1"/>
        </p:nvSpPr>
        <p:spPr>
          <a:xfrm>
            <a:off x="10272966" y="300704"/>
            <a:ext cx="1403903" cy="535987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pic>
        <p:nvPicPr>
          <p:cNvPr id="112" name="Grafik 111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493" y="300704"/>
            <a:ext cx="1543659" cy="541185"/>
          </a:xfrm>
          <a:prstGeom prst="rect">
            <a:avLst/>
          </a:prstGeom>
        </p:spPr>
      </p:pic>
      <p:sp>
        <p:nvSpPr>
          <p:cNvPr id="113" name="Bildplatzhalter 5"/>
          <p:cNvSpPr>
            <a:spLocks noGrp="1"/>
          </p:cNvSpPr>
          <p:nvPr>
            <p:ph type="pic" sz="quarter" idx="13"/>
          </p:nvPr>
        </p:nvSpPr>
        <p:spPr>
          <a:xfrm>
            <a:off x="6524462" y="300704"/>
            <a:ext cx="1731896" cy="53598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092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FCF17-48A0-4939-9B86-4A0E590241E6}" type="datetime4">
              <a:rPr lang="de-DE" smtClean="0"/>
              <a:t>12.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8AE96D7-C3C8-4590-B13B-86D938A7890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327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C8739-BFB7-40C2-B28E-69BB709E9C11}" type="datetime4">
              <a:rPr lang="de-DE" smtClean="0"/>
              <a:t>12.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BAC64890-C924-4759-9B9B-7DE74E38C4A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2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288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6080-B214-4A27-A13D-95A31493955D}" type="datetime4">
              <a:rPr lang="de-DE" smtClean="0"/>
              <a:t>12.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7A7A670F-933B-48F3-B921-A1B739D6C9D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183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4BF54-E288-44CA-9624-72B71A8A42AB}" type="datetime4">
              <a:rPr lang="de-DE" smtClean="0"/>
              <a:t>12.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97A335FC-7B0F-4DB2-A1F6-1DF21639819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957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55A8-E7B1-419D-84AA-0C89B698BF26}" type="datetime4">
              <a:rPr lang="de-DE" smtClean="0"/>
              <a:t>12.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D7BA2DC0-EE95-4994-AD5A-8F6A7D106E5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132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0892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4C7B6-65DB-4651-9D6D-787BD251B230}" type="datetime4">
              <a:rPr lang="de-DE" smtClean="0"/>
              <a:t>12.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22FFE2B-554A-4423-8513-4D2A70D2DB1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628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074B9-4BBE-42DB-8ECC-1B8A75D6203E}" type="datetime4">
              <a:rPr lang="de-DE" smtClean="0"/>
              <a:t>12.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5F1A965F-F63A-4B03-A142-6DC4620DA5F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802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BA888-8294-4426-A426-0D17B6B1880D}" type="datetime4">
              <a:rPr lang="de-DE" smtClean="0"/>
              <a:t>12.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B180B26F-6FF8-4738-A10C-E14470F0B8C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3424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894D4-C9B8-4F96-8FF6-79E826889C55}" type="datetime4">
              <a:rPr lang="de-DE" smtClean="0"/>
              <a:t>12.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64AF0876-C672-488E-ADCD-17BBFC33638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2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2915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0F4A-AEAE-4C58-AA76-7EADB0FF7089}" type="datetime4">
              <a:rPr lang="de-DE" smtClean="0"/>
              <a:t>12.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777B5741-96D1-4193-A4A5-5EE22D85663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5393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67C9-4C75-43A9-95B7-0690D6F29CA5}" type="datetime4">
              <a:rPr lang="de-DE" smtClean="0"/>
              <a:t>12.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FBCC7105-5E2C-4745-BEC8-77E521534F9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962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Gra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C462FD0-9E74-4D67-97DA-C8DBAA1AE5FF}" type="datetime4">
              <a:rPr lang="de-DE" smtClean="0"/>
              <a:t>12.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BC19384B-1D95-4C0D-B3F0-61407A015F56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2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43" name="Grafik 42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632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94168-1D2E-414B-9AFB-B7BB2EA3568F}" type="datetime4">
              <a:rPr lang="de-DE" smtClean="0"/>
              <a:t>12.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903DE59B-FC71-4F7B-BBCF-9B96B09DD62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7363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EDA59-479C-41C3-99F0-9A24DD470063}" type="datetime4">
              <a:rPr lang="de-DE" smtClean="0"/>
              <a:t>12.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rgbClr val="041E4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>
                <a:solidFill>
                  <a:srgbClr val="041E4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„Mastertextformat bearbeiten“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BEC83A6-EBB5-4F38-9A43-62A2E7E3616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2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90014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29" y="301184"/>
            <a:ext cx="1102192" cy="3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3473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Vielen Dank</a:t>
            </a:r>
            <a:br>
              <a:rPr lang="de-DE" dirty="0"/>
            </a:br>
            <a:r>
              <a:rPr lang="de-DE" dirty="0"/>
              <a:t>für Ihre Aufmerksamkeit!</a:t>
            </a:r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3" name="Gruppieren 92">
            <a:extLst>
              <a:ext uri="{FF2B5EF4-FFF2-40B4-BE49-F238E27FC236}">
                <a16:creationId xmlns:a16="http://schemas.microsoft.com/office/drawing/2014/main" id="{026F1790-1AA5-2249-AC8D-458445CB9276}"/>
              </a:ext>
            </a:extLst>
          </p:cNvPr>
          <p:cNvGrpSpPr/>
          <p:nvPr userDrawn="1"/>
        </p:nvGrpSpPr>
        <p:grpSpPr>
          <a:xfrm>
            <a:off x="510639" y="293096"/>
            <a:ext cx="2388067" cy="301237"/>
            <a:chOff x="510639" y="293688"/>
            <a:chExt cx="2594512" cy="327279"/>
          </a:xfrm>
        </p:grpSpPr>
        <p:sp>
          <p:nvSpPr>
            <p:cNvPr id="94" name="Freihandform: Form 139">
              <a:extLst>
                <a:ext uri="{FF2B5EF4-FFF2-40B4-BE49-F238E27FC236}">
                  <a16:creationId xmlns:a16="http://schemas.microsoft.com/office/drawing/2014/main" id="{A21D6C90-CB6F-5742-B27A-61223E4D0276}"/>
                </a:ext>
              </a:extLst>
            </p:cNvPr>
            <p:cNvSpPr/>
            <p:nvPr/>
          </p:nvSpPr>
          <p:spPr>
            <a:xfrm>
              <a:off x="519935" y="300420"/>
              <a:ext cx="78213" cy="124372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140">
              <a:extLst>
                <a:ext uri="{FF2B5EF4-FFF2-40B4-BE49-F238E27FC236}">
                  <a16:creationId xmlns:a16="http://schemas.microsoft.com/office/drawing/2014/main" id="{AD0321DC-F0FE-444A-A11C-AD1929DC8A9D}"/>
                </a:ext>
              </a:extLst>
            </p:cNvPr>
            <p:cNvSpPr/>
            <p:nvPr/>
          </p:nvSpPr>
          <p:spPr>
            <a:xfrm>
              <a:off x="610329" y="332713"/>
              <a:ext cx="53852" cy="91758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141">
              <a:extLst>
                <a:ext uri="{FF2B5EF4-FFF2-40B4-BE49-F238E27FC236}">
                  <a16:creationId xmlns:a16="http://schemas.microsoft.com/office/drawing/2014/main" id="{26533122-7334-2A48-988D-C005CB3DBF35}"/>
                </a:ext>
              </a:extLst>
            </p:cNvPr>
            <p:cNvSpPr/>
            <p:nvPr/>
          </p:nvSpPr>
          <p:spPr>
            <a:xfrm>
              <a:off x="679247" y="294971"/>
              <a:ext cx="26605" cy="129501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142">
              <a:extLst>
                <a:ext uri="{FF2B5EF4-FFF2-40B4-BE49-F238E27FC236}">
                  <a16:creationId xmlns:a16="http://schemas.microsoft.com/office/drawing/2014/main" id="{AEA3C75E-A2CA-A949-9620-F3FBBC32F186}"/>
                </a:ext>
              </a:extLst>
            </p:cNvPr>
            <p:cNvSpPr/>
            <p:nvPr/>
          </p:nvSpPr>
          <p:spPr>
            <a:xfrm>
              <a:off x="725086" y="332795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143">
              <a:extLst>
                <a:ext uri="{FF2B5EF4-FFF2-40B4-BE49-F238E27FC236}">
                  <a16:creationId xmlns:a16="http://schemas.microsoft.com/office/drawing/2014/main" id="{12CC2BD9-F08D-6843-8054-67F3295C4D11}"/>
                </a:ext>
              </a:extLst>
            </p:cNvPr>
            <p:cNvSpPr/>
            <p:nvPr/>
          </p:nvSpPr>
          <p:spPr>
            <a:xfrm>
              <a:off x="825417" y="293688"/>
              <a:ext cx="83663" cy="133347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144">
              <a:extLst>
                <a:ext uri="{FF2B5EF4-FFF2-40B4-BE49-F238E27FC236}">
                  <a16:creationId xmlns:a16="http://schemas.microsoft.com/office/drawing/2014/main" id="{0091577E-076D-F64A-95AF-2939860D6325}"/>
                </a:ext>
              </a:extLst>
            </p:cNvPr>
            <p:cNvSpPr/>
            <p:nvPr/>
          </p:nvSpPr>
          <p:spPr>
            <a:xfrm>
              <a:off x="936967" y="332713"/>
              <a:ext cx="53852" cy="91758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145">
              <a:extLst>
                <a:ext uri="{FF2B5EF4-FFF2-40B4-BE49-F238E27FC236}">
                  <a16:creationId xmlns:a16="http://schemas.microsoft.com/office/drawing/2014/main" id="{5600DA2B-A584-9F4F-80C0-8BE95E6C0A45}"/>
                </a:ext>
              </a:extLst>
            </p:cNvPr>
            <p:cNvSpPr/>
            <p:nvPr/>
          </p:nvSpPr>
          <p:spPr>
            <a:xfrm>
              <a:off x="1005565" y="294971"/>
              <a:ext cx="26605" cy="129501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46">
              <a:extLst>
                <a:ext uri="{FF2B5EF4-FFF2-40B4-BE49-F238E27FC236}">
                  <a16:creationId xmlns:a16="http://schemas.microsoft.com/office/drawing/2014/main" id="{0ADFB78B-5A0B-EC48-B160-DB451C67D058}"/>
                </a:ext>
              </a:extLst>
            </p:cNvPr>
            <p:cNvSpPr/>
            <p:nvPr/>
          </p:nvSpPr>
          <p:spPr>
            <a:xfrm>
              <a:off x="1052044" y="332474"/>
              <a:ext cx="75649" cy="94240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47">
              <a:extLst>
                <a:ext uri="{FF2B5EF4-FFF2-40B4-BE49-F238E27FC236}">
                  <a16:creationId xmlns:a16="http://schemas.microsoft.com/office/drawing/2014/main" id="{C6B7CD53-2D3F-8F4A-9C0F-459B22C64249}"/>
                </a:ext>
              </a:extLst>
            </p:cNvPr>
            <p:cNvSpPr/>
            <p:nvPr/>
          </p:nvSpPr>
          <p:spPr>
            <a:xfrm>
              <a:off x="1145644" y="293688"/>
              <a:ext cx="77252" cy="131103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48">
              <a:extLst>
                <a:ext uri="{FF2B5EF4-FFF2-40B4-BE49-F238E27FC236}">
                  <a16:creationId xmlns:a16="http://schemas.microsoft.com/office/drawing/2014/main" id="{03CC9F64-7804-5240-88A6-B67E28D0AD06}"/>
                </a:ext>
              </a:extLst>
            </p:cNvPr>
            <p:cNvSpPr/>
            <p:nvPr/>
          </p:nvSpPr>
          <p:spPr>
            <a:xfrm>
              <a:off x="1246937" y="359721"/>
              <a:ext cx="43915" cy="19874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49">
              <a:extLst>
                <a:ext uri="{FF2B5EF4-FFF2-40B4-BE49-F238E27FC236}">
                  <a16:creationId xmlns:a16="http://schemas.microsoft.com/office/drawing/2014/main" id="{E6643B5A-CFDD-5C43-A59B-93938CABC24B}"/>
                </a:ext>
              </a:extLst>
            </p:cNvPr>
            <p:cNvSpPr/>
            <p:nvPr/>
          </p:nvSpPr>
          <p:spPr>
            <a:xfrm>
              <a:off x="1302071" y="300420"/>
              <a:ext cx="115397" cy="124051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50">
              <a:extLst>
                <a:ext uri="{FF2B5EF4-FFF2-40B4-BE49-F238E27FC236}">
                  <a16:creationId xmlns:a16="http://schemas.microsoft.com/office/drawing/2014/main" id="{D26AF907-03C7-FA42-B615-832617429969}"/>
                </a:ext>
              </a:extLst>
            </p:cNvPr>
            <p:cNvSpPr/>
            <p:nvPr/>
          </p:nvSpPr>
          <p:spPr>
            <a:xfrm>
              <a:off x="1436060" y="293688"/>
              <a:ext cx="20835" cy="130783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51">
              <a:extLst>
                <a:ext uri="{FF2B5EF4-FFF2-40B4-BE49-F238E27FC236}">
                  <a16:creationId xmlns:a16="http://schemas.microsoft.com/office/drawing/2014/main" id="{98F9BDF6-AE59-C44A-8626-FCA4C438AE9A}"/>
                </a:ext>
              </a:extLst>
            </p:cNvPr>
            <p:cNvSpPr/>
            <p:nvPr/>
          </p:nvSpPr>
          <p:spPr>
            <a:xfrm>
              <a:off x="1479334" y="332795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52">
              <a:extLst>
                <a:ext uri="{FF2B5EF4-FFF2-40B4-BE49-F238E27FC236}">
                  <a16:creationId xmlns:a16="http://schemas.microsoft.com/office/drawing/2014/main" id="{97588694-F74D-B543-BF65-516DF62D573B}"/>
                </a:ext>
              </a:extLst>
            </p:cNvPr>
            <p:cNvSpPr/>
            <p:nvPr/>
          </p:nvSpPr>
          <p:spPr>
            <a:xfrm>
              <a:off x="1572613" y="334718"/>
              <a:ext cx="85906" cy="89753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53">
              <a:extLst>
                <a:ext uri="{FF2B5EF4-FFF2-40B4-BE49-F238E27FC236}">
                  <a16:creationId xmlns:a16="http://schemas.microsoft.com/office/drawing/2014/main" id="{71F0FABB-571B-EE45-BBF5-1BD649E61A7A}"/>
                </a:ext>
              </a:extLst>
            </p:cNvPr>
            <p:cNvSpPr/>
            <p:nvPr/>
          </p:nvSpPr>
          <p:spPr>
            <a:xfrm>
              <a:off x="1669733" y="332795"/>
              <a:ext cx="75975" cy="93920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54">
              <a:extLst>
                <a:ext uri="{FF2B5EF4-FFF2-40B4-BE49-F238E27FC236}">
                  <a16:creationId xmlns:a16="http://schemas.microsoft.com/office/drawing/2014/main" id="{6F35B898-AF9E-B24C-8095-1B2E00B5976C}"/>
                </a:ext>
              </a:extLst>
            </p:cNvPr>
            <p:cNvSpPr/>
            <p:nvPr/>
          </p:nvSpPr>
          <p:spPr>
            <a:xfrm>
              <a:off x="1772314" y="332795"/>
              <a:ext cx="77252" cy="9199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55">
              <a:extLst>
                <a:ext uri="{FF2B5EF4-FFF2-40B4-BE49-F238E27FC236}">
                  <a16:creationId xmlns:a16="http://schemas.microsoft.com/office/drawing/2014/main" id="{F31686E7-1238-1D42-9AAE-AEFC064F817E}"/>
                </a:ext>
              </a:extLst>
            </p:cNvPr>
            <p:cNvSpPr/>
            <p:nvPr/>
          </p:nvSpPr>
          <p:spPr>
            <a:xfrm>
              <a:off x="1871684" y="293688"/>
              <a:ext cx="83663" cy="133347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56">
              <a:extLst>
                <a:ext uri="{FF2B5EF4-FFF2-40B4-BE49-F238E27FC236}">
                  <a16:creationId xmlns:a16="http://schemas.microsoft.com/office/drawing/2014/main" id="{9573ACD1-98CF-3D47-8F2D-806BC94B7645}"/>
                </a:ext>
              </a:extLst>
            </p:cNvPr>
            <p:cNvSpPr/>
            <p:nvPr/>
          </p:nvSpPr>
          <p:spPr>
            <a:xfrm>
              <a:off x="1978106" y="332795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2" name="Freihandform: Form 157">
              <a:extLst>
                <a:ext uri="{FF2B5EF4-FFF2-40B4-BE49-F238E27FC236}">
                  <a16:creationId xmlns:a16="http://schemas.microsoft.com/office/drawing/2014/main" id="{5833A8CA-68BA-1D42-ADB9-DD476590B3FA}"/>
                </a:ext>
              </a:extLst>
            </p:cNvPr>
            <p:cNvSpPr/>
            <p:nvPr/>
          </p:nvSpPr>
          <p:spPr>
            <a:xfrm>
              <a:off x="2083566" y="332713"/>
              <a:ext cx="53852" cy="91758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3" name="Freihandform: Form 158">
              <a:extLst>
                <a:ext uri="{FF2B5EF4-FFF2-40B4-BE49-F238E27FC236}">
                  <a16:creationId xmlns:a16="http://schemas.microsoft.com/office/drawing/2014/main" id="{38CDB2DE-A029-F143-A449-BDAACA6CB6BE}"/>
                </a:ext>
              </a:extLst>
            </p:cNvPr>
            <p:cNvSpPr/>
            <p:nvPr/>
          </p:nvSpPr>
          <p:spPr>
            <a:xfrm>
              <a:off x="2150561" y="359721"/>
              <a:ext cx="43915" cy="19874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59">
              <a:extLst>
                <a:ext uri="{FF2B5EF4-FFF2-40B4-BE49-F238E27FC236}">
                  <a16:creationId xmlns:a16="http://schemas.microsoft.com/office/drawing/2014/main" id="{2E3EBA2D-AAD7-5F44-A166-ABBB3A44348D}"/>
                </a:ext>
              </a:extLst>
            </p:cNvPr>
            <p:cNvSpPr/>
            <p:nvPr/>
          </p:nvSpPr>
          <p:spPr>
            <a:xfrm>
              <a:off x="2221081" y="300420"/>
              <a:ext cx="97126" cy="126295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0">
              <a:extLst>
                <a:ext uri="{FF2B5EF4-FFF2-40B4-BE49-F238E27FC236}">
                  <a16:creationId xmlns:a16="http://schemas.microsoft.com/office/drawing/2014/main" id="{CB811BC1-B517-F04A-82E8-C60B78A199D1}"/>
                </a:ext>
              </a:extLst>
            </p:cNvPr>
            <p:cNvSpPr/>
            <p:nvPr/>
          </p:nvSpPr>
          <p:spPr>
            <a:xfrm>
              <a:off x="2346415" y="332795"/>
              <a:ext cx="76931" cy="9199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1">
              <a:extLst>
                <a:ext uri="{FF2B5EF4-FFF2-40B4-BE49-F238E27FC236}">
                  <a16:creationId xmlns:a16="http://schemas.microsoft.com/office/drawing/2014/main" id="{E2703D52-5297-3C48-B86D-DCFEA836ACA9}"/>
                </a:ext>
              </a:extLst>
            </p:cNvPr>
            <p:cNvSpPr/>
            <p:nvPr/>
          </p:nvSpPr>
          <p:spPr>
            <a:xfrm>
              <a:off x="2447067" y="294971"/>
              <a:ext cx="26605" cy="129501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2">
              <a:extLst>
                <a:ext uri="{FF2B5EF4-FFF2-40B4-BE49-F238E27FC236}">
                  <a16:creationId xmlns:a16="http://schemas.microsoft.com/office/drawing/2014/main" id="{DCA81DDD-FB1B-B648-8F82-E70860C4CE4D}"/>
                </a:ext>
              </a:extLst>
            </p:cNvPr>
            <p:cNvSpPr/>
            <p:nvPr/>
          </p:nvSpPr>
          <p:spPr>
            <a:xfrm>
              <a:off x="2488418" y="335039"/>
              <a:ext cx="87189" cy="89753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3">
              <a:extLst>
                <a:ext uri="{FF2B5EF4-FFF2-40B4-BE49-F238E27FC236}">
                  <a16:creationId xmlns:a16="http://schemas.microsoft.com/office/drawing/2014/main" id="{01936875-CBF0-F349-804D-4C37C944AB17}"/>
                </a:ext>
              </a:extLst>
            </p:cNvPr>
            <p:cNvSpPr/>
            <p:nvPr/>
          </p:nvSpPr>
          <p:spPr>
            <a:xfrm>
              <a:off x="2585223" y="332795"/>
              <a:ext cx="81739" cy="93920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5">
              <a:extLst>
                <a:ext uri="{FF2B5EF4-FFF2-40B4-BE49-F238E27FC236}">
                  <a16:creationId xmlns:a16="http://schemas.microsoft.com/office/drawing/2014/main" id="{92C51272-86B6-4B48-A4AE-D472CA82B923}"/>
                </a:ext>
              </a:extLst>
            </p:cNvPr>
            <p:cNvSpPr/>
            <p:nvPr/>
          </p:nvSpPr>
          <p:spPr>
            <a:xfrm>
              <a:off x="2690683" y="332713"/>
              <a:ext cx="53852" cy="91758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6">
              <a:extLst>
                <a:ext uri="{FF2B5EF4-FFF2-40B4-BE49-F238E27FC236}">
                  <a16:creationId xmlns:a16="http://schemas.microsoft.com/office/drawing/2014/main" id="{2C3A0B47-9D82-FE45-9457-BF81CD2FA7A6}"/>
                </a:ext>
              </a:extLst>
            </p:cNvPr>
            <p:cNvSpPr/>
            <p:nvPr/>
          </p:nvSpPr>
          <p:spPr>
            <a:xfrm>
              <a:off x="2754472" y="332474"/>
              <a:ext cx="69238" cy="94240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FD97DAD5-B085-5D44-BE42-8F3B9EE9F595}"/>
                </a:ext>
              </a:extLst>
            </p:cNvPr>
            <p:cNvSpPr/>
            <p:nvPr/>
          </p:nvSpPr>
          <p:spPr>
            <a:xfrm>
              <a:off x="2843264" y="294971"/>
              <a:ext cx="26605" cy="129501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D8ECE762-73AE-2C47-9441-EA7230658360}"/>
                </a:ext>
              </a:extLst>
            </p:cNvPr>
            <p:cNvSpPr/>
            <p:nvPr/>
          </p:nvSpPr>
          <p:spPr>
            <a:xfrm>
              <a:off x="2884935" y="306189"/>
              <a:ext cx="55775" cy="120525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268398A3-39FF-4648-9FD9-E1F75E54D12C}"/>
                </a:ext>
              </a:extLst>
            </p:cNvPr>
            <p:cNvSpPr/>
            <p:nvPr/>
          </p:nvSpPr>
          <p:spPr>
            <a:xfrm>
              <a:off x="2957058" y="296573"/>
              <a:ext cx="75970" cy="130142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DEEB7B98-F8C7-214A-AF07-80D38697E5EF}"/>
                </a:ext>
              </a:extLst>
            </p:cNvPr>
            <p:cNvSpPr/>
            <p:nvPr/>
          </p:nvSpPr>
          <p:spPr>
            <a:xfrm>
              <a:off x="3049376" y="306189"/>
              <a:ext cx="55775" cy="120525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B0794D66-9071-5140-AC48-F2C47D431BC6}"/>
                </a:ext>
              </a:extLst>
            </p:cNvPr>
            <p:cNvSpPr/>
            <p:nvPr/>
          </p:nvSpPr>
          <p:spPr>
            <a:xfrm>
              <a:off x="510639" y="494671"/>
              <a:ext cx="92638" cy="124051"/>
            </a:xfrm>
            <a:custGeom>
              <a:avLst/>
              <a:gdLst>
                <a:gd name="connsiteX0" fmla="*/ 275273 w 275272"/>
                <a:gd name="connsiteY0" fmla="*/ 60960 h 368617"/>
                <a:gd name="connsiteX1" fmla="*/ 170498 w 275272"/>
                <a:gd name="connsiteY1" fmla="*/ 60960 h 368617"/>
                <a:gd name="connsiteX2" fmla="*/ 170498 w 275272"/>
                <a:gd name="connsiteY2" fmla="*/ 368617 h 368617"/>
                <a:gd name="connsiteX3" fmla="*/ 104775 w 275272"/>
                <a:gd name="connsiteY3" fmla="*/ 368617 h 368617"/>
                <a:gd name="connsiteX4" fmla="*/ 104775 w 275272"/>
                <a:gd name="connsiteY4" fmla="*/ 60960 h 368617"/>
                <a:gd name="connsiteX5" fmla="*/ 0 w 275272"/>
                <a:gd name="connsiteY5" fmla="*/ 60960 h 368617"/>
                <a:gd name="connsiteX6" fmla="*/ 0 w 275272"/>
                <a:gd name="connsiteY6" fmla="*/ 0 h 368617"/>
                <a:gd name="connsiteX7" fmla="*/ 275273 w 275272"/>
                <a:gd name="connsiteY7" fmla="*/ 0 h 368617"/>
                <a:gd name="connsiteX8" fmla="*/ 275273 w 275272"/>
                <a:gd name="connsiteY8" fmla="*/ 6096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272" h="368617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41947595-CA8E-5241-98C0-5EFA06643BED}"/>
                </a:ext>
              </a:extLst>
            </p:cNvPr>
            <p:cNvSpPr/>
            <p:nvPr/>
          </p:nvSpPr>
          <p:spPr>
            <a:xfrm>
              <a:off x="603919" y="526726"/>
              <a:ext cx="81739" cy="93920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7 w 242887"/>
                <a:gd name="connsiteY5" fmla="*/ 160972 h 279082"/>
                <a:gd name="connsiteX6" fmla="*/ 133350 w 242887"/>
                <a:gd name="connsiteY6" fmla="*/ 225742 h 279082"/>
                <a:gd name="connsiteX7" fmla="*/ 199073 w 242887"/>
                <a:gd name="connsiteY7" fmla="*/ 194310 h 279082"/>
                <a:gd name="connsiteX8" fmla="*/ 238125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F7EB5DA7-F9C3-684D-838F-266E140A7655}"/>
                </a:ext>
              </a:extLst>
            </p:cNvPr>
            <p:cNvSpPr/>
            <p:nvPr/>
          </p:nvSpPr>
          <p:spPr>
            <a:xfrm>
              <a:off x="703929" y="526405"/>
              <a:ext cx="75649" cy="94241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3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5E2D2D99-EF02-1D4D-9F6A-DEB889A0447B}"/>
                </a:ext>
              </a:extLst>
            </p:cNvPr>
            <p:cNvSpPr/>
            <p:nvPr/>
          </p:nvSpPr>
          <p:spPr>
            <a:xfrm>
              <a:off x="797850" y="487619"/>
              <a:ext cx="76931" cy="131103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2F91FC47-FBF2-C346-8E62-806EB9B2438F}"/>
                </a:ext>
              </a:extLst>
            </p:cNvPr>
            <p:cNvSpPr/>
            <p:nvPr/>
          </p:nvSpPr>
          <p:spPr>
            <a:xfrm>
              <a:off x="901707" y="526726"/>
              <a:ext cx="76931" cy="9199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A4630EB4-B754-944C-9CB6-CE520408D1BF}"/>
                </a:ext>
              </a:extLst>
            </p:cNvPr>
            <p:cNvSpPr/>
            <p:nvPr/>
          </p:nvSpPr>
          <p:spPr>
            <a:xfrm>
              <a:off x="1002359" y="488901"/>
              <a:ext cx="26605" cy="129501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48F22E58-B093-7A4C-8FD8-28E1C21328AA}"/>
                </a:ext>
              </a:extLst>
            </p:cNvPr>
            <p:cNvSpPr/>
            <p:nvPr/>
          </p:nvSpPr>
          <p:spPr>
            <a:xfrm>
              <a:off x="1045312" y="526405"/>
              <a:ext cx="69238" cy="94241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2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A6E2FCD4-9705-3940-BF2A-D1239696D458}"/>
                </a:ext>
              </a:extLst>
            </p:cNvPr>
            <p:cNvSpPr/>
            <p:nvPr/>
          </p:nvSpPr>
          <p:spPr>
            <a:xfrm>
              <a:off x="1131540" y="526405"/>
              <a:ext cx="75649" cy="94241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D6DD86DF-00FF-D74B-981F-9FD8B5BF1914}"/>
                </a:ext>
              </a:extLst>
            </p:cNvPr>
            <p:cNvSpPr/>
            <p:nvPr/>
          </p:nvSpPr>
          <p:spPr>
            <a:xfrm>
              <a:off x="1225460" y="487619"/>
              <a:ext cx="76931" cy="131103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91A50E87-376B-6D43-978E-5C6F4575592A}"/>
                </a:ext>
              </a:extLst>
            </p:cNvPr>
            <p:cNvSpPr/>
            <p:nvPr/>
          </p:nvSpPr>
          <p:spPr>
            <a:xfrm>
              <a:off x="1324189" y="526726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A011A632-65C3-334B-891C-670B5B727835}"/>
                </a:ext>
              </a:extLst>
            </p:cNvPr>
            <p:cNvSpPr/>
            <p:nvPr/>
          </p:nvSpPr>
          <p:spPr>
            <a:xfrm>
              <a:off x="1482539" y="494671"/>
              <a:ext cx="77893" cy="124051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6359897B-BEE2-184D-9C5D-0F9713382934}"/>
                </a:ext>
              </a:extLst>
            </p:cNvPr>
            <p:cNvSpPr/>
            <p:nvPr/>
          </p:nvSpPr>
          <p:spPr>
            <a:xfrm>
              <a:off x="1564279" y="526726"/>
              <a:ext cx="76290" cy="93920"/>
            </a:xfrm>
            <a:custGeom>
              <a:avLst/>
              <a:gdLst>
                <a:gd name="connsiteX0" fmla="*/ 115253 w 226694"/>
                <a:gd name="connsiteY0" fmla="*/ 107633 h 279082"/>
                <a:gd name="connsiteX1" fmla="*/ 165735 w 226694"/>
                <a:gd name="connsiteY1" fmla="*/ 113347 h 279082"/>
                <a:gd name="connsiteX2" fmla="*/ 165735 w 226694"/>
                <a:gd name="connsiteY2" fmla="*/ 103822 h 279082"/>
                <a:gd name="connsiteX3" fmla="*/ 106680 w 226694"/>
                <a:gd name="connsiteY3" fmla="*/ 52388 h 279082"/>
                <a:gd name="connsiteX4" fmla="*/ 39053 w 226694"/>
                <a:gd name="connsiteY4" fmla="*/ 67627 h 279082"/>
                <a:gd name="connsiteX5" fmla="*/ 25717 w 226694"/>
                <a:gd name="connsiteY5" fmla="*/ 15240 h 279082"/>
                <a:gd name="connsiteX6" fmla="*/ 113347 w 226694"/>
                <a:gd name="connsiteY6" fmla="*/ 0 h 279082"/>
                <a:gd name="connsiteX7" fmla="*/ 226695 w 226694"/>
                <a:gd name="connsiteY7" fmla="*/ 102870 h 279082"/>
                <a:gd name="connsiteX8" fmla="*/ 226695 w 226694"/>
                <a:gd name="connsiteY8" fmla="*/ 273367 h 279082"/>
                <a:gd name="connsiteX9" fmla="*/ 167640 w 226694"/>
                <a:gd name="connsiteY9" fmla="*/ 273367 h 279082"/>
                <a:gd name="connsiteX10" fmla="*/ 167640 w 226694"/>
                <a:gd name="connsiteY10" fmla="*/ 244792 h 279082"/>
                <a:gd name="connsiteX11" fmla="*/ 165735 w 226694"/>
                <a:gd name="connsiteY11" fmla="*/ 244792 h 279082"/>
                <a:gd name="connsiteX12" fmla="*/ 87630 w 226694"/>
                <a:gd name="connsiteY12" fmla="*/ 279083 h 279082"/>
                <a:gd name="connsiteX13" fmla="*/ 0 w 226694"/>
                <a:gd name="connsiteY13" fmla="*/ 194310 h 279082"/>
                <a:gd name="connsiteX14" fmla="*/ 115253 w 226694"/>
                <a:gd name="connsiteY14" fmla="*/ 107633 h 279082"/>
                <a:gd name="connsiteX15" fmla="*/ 104775 w 226694"/>
                <a:gd name="connsiteY15" fmla="*/ 232410 h 279082"/>
                <a:gd name="connsiteX16" fmla="*/ 165735 w 226694"/>
                <a:gd name="connsiteY16" fmla="*/ 200025 h 279082"/>
                <a:gd name="connsiteX17" fmla="*/ 165735 w 226694"/>
                <a:gd name="connsiteY17" fmla="*/ 153352 h 279082"/>
                <a:gd name="connsiteX18" fmla="*/ 121920 w 226694"/>
                <a:gd name="connsiteY18" fmla="*/ 148590 h 279082"/>
                <a:gd name="connsiteX19" fmla="*/ 60007 w 226694"/>
                <a:gd name="connsiteY19" fmla="*/ 192405 h 279082"/>
                <a:gd name="connsiteX20" fmla="*/ 104775 w 226694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6694" h="279082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E4B815F2-CB49-0640-ABE6-3672063D4CAB}"/>
                </a:ext>
              </a:extLst>
            </p:cNvPr>
            <p:cNvSpPr/>
            <p:nvPr/>
          </p:nvSpPr>
          <p:spPr>
            <a:xfrm>
              <a:off x="1667175" y="487619"/>
              <a:ext cx="78854" cy="131103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8181309B-0D7E-C447-A3C3-424CD8B2E92D}"/>
                </a:ext>
              </a:extLst>
            </p:cNvPr>
            <p:cNvSpPr/>
            <p:nvPr/>
          </p:nvSpPr>
          <p:spPr>
            <a:xfrm>
              <a:off x="1761416" y="528970"/>
              <a:ext cx="77252" cy="9199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A1C774AA-192A-1540-A66B-EEAAA42C920D}"/>
                </a:ext>
              </a:extLst>
            </p:cNvPr>
            <p:cNvSpPr/>
            <p:nvPr/>
          </p:nvSpPr>
          <p:spPr>
            <a:xfrm>
              <a:off x="1865594" y="487299"/>
              <a:ext cx="20835" cy="131103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697E23D0-D2AD-3142-8A3E-37ABC6B906BF}"/>
                </a:ext>
              </a:extLst>
            </p:cNvPr>
            <p:cNvSpPr/>
            <p:nvPr/>
          </p:nvSpPr>
          <p:spPr>
            <a:xfrm>
              <a:off x="1905021" y="500120"/>
              <a:ext cx="55775" cy="120526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8 w 165734"/>
                <a:gd name="connsiteY3" fmla="*/ 282892 h 358140"/>
                <a:gd name="connsiteX4" fmla="*/ 40958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C5FC6DC2-92D0-6D49-BDFC-FA21FE7F4933}"/>
                </a:ext>
              </a:extLst>
            </p:cNvPr>
            <p:cNvSpPr/>
            <p:nvPr/>
          </p:nvSpPr>
          <p:spPr>
            <a:xfrm>
              <a:off x="1977144" y="490504"/>
              <a:ext cx="75970" cy="130142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402015ED-8B6D-DE4E-8093-A79355D84C63}"/>
                </a:ext>
              </a:extLst>
            </p:cNvPr>
            <p:cNvSpPr/>
            <p:nvPr/>
          </p:nvSpPr>
          <p:spPr>
            <a:xfrm>
              <a:off x="2069462" y="500120"/>
              <a:ext cx="55775" cy="120526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2870 w 165734"/>
                <a:gd name="connsiteY13" fmla="*/ 138113 h 358140"/>
                <a:gd name="connsiteX14" fmla="*/ 102870 w 165734"/>
                <a:gd name="connsiteY14" fmla="*/ 269558 h 358140"/>
                <a:gd name="connsiteX15" fmla="*/ 131445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4" name="Freihandform: Form 87">
            <a:extLst>
              <a:ext uri="{FF2B5EF4-FFF2-40B4-BE49-F238E27FC236}">
                <a16:creationId xmlns:a16="http://schemas.microsoft.com/office/drawing/2014/main" id="{C7277E25-4150-EF4E-B2B2-BD3F0A3E2646}"/>
              </a:ext>
            </a:extLst>
          </p:cNvPr>
          <p:cNvSpPr/>
          <p:nvPr userDrawn="1"/>
        </p:nvSpPr>
        <p:spPr>
          <a:xfrm>
            <a:off x="10272966" y="300704"/>
            <a:ext cx="1403903" cy="535987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pic>
        <p:nvPicPr>
          <p:cNvPr id="115" name="Grafik 114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493" y="300704"/>
            <a:ext cx="1543659" cy="541185"/>
          </a:xfrm>
          <a:prstGeom prst="rect">
            <a:avLst/>
          </a:prstGeom>
        </p:spPr>
      </p:pic>
      <p:sp>
        <p:nvSpPr>
          <p:cNvPr id="116" name="Bildplatzhalter 5"/>
          <p:cNvSpPr>
            <a:spLocks noGrp="1"/>
          </p:cNvSpPr>
          <p:nvPr>
            <p:ph type="pic" sz="quarter" idx="14"/>
          </p:nvPr>
        </p:nvSpPr>
        <p:spPr>
          <a:xfrm>
            <a:off x="6524462" y="300704"/>
            <a:ext cx="1731896" cy="53598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8805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4F9C00A-8AFB-47C9-A7D9-7909CE906E5E}" type="datetime4">
              <a:rPr lang="de-DE" smtClean="0"/>
              <a:t>12. November 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4" name="Freihandform: Form 43">
            <a:extLst>
              <a:ext uri="{FF2B5EF4-FFF2-40B4-BE49-F238E27FC236}">
                <a16:creationId xmlns:a16="http://schemas.microsoft.com/office/drawing/2014/main" id="{14D59EEC-E0BA-43F5-BBC0-E623BF3D0A64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59824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  <p:sldLayoutId id="2147483774" r:id="rId18"/>
    <p:sldLayoutId id="2147483775" r:id="rId19"/>
    <p:sldLayoutId id="2147483776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41E4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1C534-C1AC-99AD-ADD9-FB1E51EB2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6CD2CCD-7078-D82A-DA55-866EE8FBC8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" name="Bildplatzhalter 13" descr="Ein Bild, das Text, Geschirr enthält.&#10;&#10;Automatisch generierte Beschreibung">
            <a:extLst>
              <a:ext uri="{FF2B5EF4-FFF2-40B4-BE49-F238E27FC236}">
                <a16:creationId xmlns:a16="http://schemas.microsoft.com/office/drawing/2014/main" id="{5CB5BCAF-CACF-DA0F-0952-0AFA90526EF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75" b="11875"/>
          <a:stretch>
            <a:fillRect/>
          </a:stretch>
        </p:blipFill>
        <p:spPr>
          <a:xfrm>
            <a:off x="0" y="1254265"/>
            <a:ext cx="12192000" cy="5603736"/>
          </a:xfr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A24CDE66-50A7-9A75-CF0B-65114BE5E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/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8F4F54B-064F-B6D7-894F-A3FADC85935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TextBox 14"/>
          <p:cNvSpPr txBox="1"/>
          <p:nvPr/>
        </p:nvSpPr>
        <p:spPr>
          <a:xfrm>
            <a:off x="54864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Deliverable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47472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Data Analysis — Parkinson's Disease
Gait Signal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63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DD"/>
                </a:solidFill>
              </a:rPr>
              <a:t>Project: State Space Models (Mamba) for Medical Time Series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74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AABB"/>
                </a:solidFill>
              </a:rPr>
              <a:t>Dataset: PhysioNet — Gait in Parkinson's Disease  |  N=166  |  5-Fold CV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577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</a:rPr>
              <a:t>May 2026  |  FAU Erlangen-Nürnberg  |  Technische Fakultät</a:t>
            </a:r>
          </a:p>
        </p:txBody>
      </p:sp>
    </p:spTree>
    <p:extLst>
      <p:ext uri="{BB962C8B-B14F-4D97-AF65-F5344CB8AC3E}">
        <p14:creationId xmlns:p14="http://schemas.microsoft.com/office/powerpoint/2010/main" val="1161001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EFADAB5-BFC5-4CF3-AC4B-B0A857AB9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F959-AAFA-471A-B8FB-4CD12773E51D}" type="datetime4">
              <a:rPr lang="de-DE" smtClean="0"/>
              <a:pPr/>
              <a:t>12. November 2025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9E9C251-4D38-4938-9B6E-D345ABA5D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z="1000">
                <a:solidFill>
                  <a:srgbClr val="888888"/>
                </a:solidFill>
              </a:rPr>
              <a:t>Mamba/SSM for Medical Time Series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F1E7BF2-F7DC-4981-89FA-54CC67019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80F99FC-38BF-4D92-8757-33477B9DB3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/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C3D203B-08B1-42A4-B16C-555D2186BE5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02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6F8A924-8EC3-4236-98F6-ED159202E7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/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AD36779-DD1B-447D-82D4-04C46A01D3F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05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5BEEFBED-7FFE-4499-AB09-5BD9850174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DE" dirty="0"/>
              <a:t/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BF98A78E-B392-4E33-8822-C50DA6265F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DE" dirty="0"/>
              <a:t>03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2BF8D06-FDEE-46AB-9813-50E8B87FDB7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/>
              <a:t/>
            </a:r>
            <a:endParaRPr lang="de-DE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66339020-771E-46B4-9E38-0490CEC853E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/>
              <a:t>04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41C1F95-D974-4A13-ACB3-4481C5ED51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de-DE"/>
              <a:t/>
            </a: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1D9E7442-296E-4C85-970F-57CC3DB24BF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de-DE" dirty="0"/>
              <a:t>06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59EED49E-3FE2-49C7-8252-8A854995795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/>
              <a:t/>
            </a:r>
            <a:endParaRPr lang="de-DE" dirty="0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9481C70C-776C-487C-9CC3-F573F4424EA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de-DE" dirty="0"/>
              <a:t>07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7BF8A087-9D21-4804-93EC-D0F0BEFB42D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de-DE"/>
              <a:t/>
            </a:r>
            <a:endParaRPr lang="de-DE" dirty="0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55AE6878-1B1A-412B-869C-D66E0839421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de-DE" dirty="0"/>
              <a:t>08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21D68933-4D91-4017-8092-91E8C3DE966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de-DE"/>
              <a:t/>
            </a:r>
            <a:endParaRPr lang="de-DE" dirty="0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DF772C26-4A90-4712-99D4-4970A488F5F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de-DE" dirty="0"/>
              <a:t>11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C58B4322-C4AE-4F66-9E71-875D89FE985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de-DE"/>
              <a:t/>
            </a:r>
            <a:endParaRPr lang="de-DE" dirty="0"/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1E85294F-051C-476B-A8F3-6C25CC62C95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de-DE" dirty="0"/>
              <a:t>09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C265AB66-A098-4B36-BD15-3F329088291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de-DE"/>
              <a:t/>
            </a:r>
            <a:endParaRPr lang="de-DE" dirty="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8EB8BA56-7CAD-4CDB-B315-7B085286A1F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de-DE" dirty="0"/>
              <a:t>10</a:t>
            </a:r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59687893-49C6-4037-869B-503B054BE12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de-DE"/>
              <a:t/>
            </a:r>
            <a:endParaRPr lang="de-DE" dirty="0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ED7AD97A-C042-429F-A1BD-A9A3FD4F383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de-DE" dirty="0"/>
              <a:t>12</a:t>
            </a:r>
          </a:p>
        </p:txBody>
      </p:sp>
      <p:sp>
        <p:nvSpPr>
          <p:cNvPr id="27" name="Titel 26">
            <a:extLst>
              <a:ext uri="{FF2B5EF4-FFF2-40B4-BE49-F238E27FC236}">
                <a16:creationId xmlns:a16="http://schemas.microsoft.com/office/drawing/2014/main" id="{FA31B683-DC18-4216-A897-EDDF1C856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92509974-231D-42AB-9315-A35E350E8B6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de-DE" dirty="0"/>
              <a:t>Subheadline möglich. Gegebenenfalls löschen.</a:t>
            </a: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79216EFD-AA88-4591-9563-F474C2B4BE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/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45C4D2E9-8106-4E2F-B886-D1E6CE482F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01</a:t>
            </a:r>
          </a:p>
        </p:txBody>
      </p:sp>
      <p:sp>
        <p:nvSpPr>
          <p:cNvPr id="31" name="Bildplatzhalter 30"/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2" name="Rectangle 31"/>
          <p:cNvSpPr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1234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66"/>
                </a:solidFill>
              </a:rPr>
              <a:t>Dataset Overview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1554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Demographics from Excel + fold distribution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2651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66"/>
                </a:solidFill>
              </a:rPr>
              <a:t>Signal Visualization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29718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Raw VGRF traces &amp; variability comparison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069080"/>
            <a:ext cx="502920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4069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66"/>
                </a:solidFill>
              </a:rPr>
              <a:t>Feature Extraction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43891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TSFresh + manual features, z-score normalisation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1234440"/>
            <a:ext cx="502920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1234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66"/>
                </a:solidFill>
              </a:rPr>
              <a:t>Dimensionality Reduction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1554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PCA and t-SNE (left / right / combined)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2651760"/>
            <a:ext cx="502920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2651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66"/>
                </a:solidFill>
              </a:rPr>
              <a:t>Alternative Approaches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29718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UMAP, statistical tests, feature heatmap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4069080"/>
            <a:ext cx="502920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2280" y="4069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66"/>
                </a:solidFill>
              </a:rPr>
              <a:t>Discussion &amp; Findings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43891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Key observations and next steps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Agenda — Deliverable 1: Data Analysis</a:t>
            </a:r>
          </a:p>
        </p:txBody>
      </p:sp>
    </p:spTree>
    <p:extLst>
      <p:ext uri="{BB962C8B-B14F-4D97-AF65-F5344CB8AC3E}">
        <p14:creationId xmlns:p14="http://schemas.microsoft.com/office/powerpoint/2010/main" val="2348351376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  <p:txBody>
          <a:bodyPr/>
          <a:p/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69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BCC"/>
                </a:solidFill>
              </a:rPr>
              <a:t>Demographics · Cohort Structure · Label Distribution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39" sz="quarter"/>
          </p:nvPr>
        </p:nvSpPr>
        <p:spPr/>
        <p:txBody>
          <a:bodyPr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Dataset Demographics — Full Dataset (N=166)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Source: demographics.xls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286000" cy="2926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01 · Dataset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</a:rPr>
              <a:t>Full Dataset (from demographics.xls)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83080"/>
            <a:ext cx="2011680" cy="365760"/>
          </a:xfrm>
          <a:prstGeom prst="rect">
            <a:avLst/>
          </a:prstGeom>
          <a:solidFill>
            <a:srgbClr val="00336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FFFFFF"/>
                </a:solidFill>
              </a:rPr>
              <a:t>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783080"/>
            <a:ext cx="1463040" cy="365760"/>
          </a:xfrm>
          <a:prstGeom prst="rect">
            <a:avLst/>
          </a:prstGeom>
          <a:solidFill>
            <a:srgbClr val="00336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PD (n=93)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1783080"/>
            <a:ext cx="1463040" cy="365760"/>
          </a:xfrm>
          <a:prstGeom prst="rect">
            <a:avLst/>
          </a:prstGeom>
          <a:solidFill>
            <a:srgbClr val="00336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HC (n=73)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67128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1A1A1A"/>
                </a:solidFill>
              </a:rPr>
              <a:t>  Male / Female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167128"/>
            <a:ext cx="1463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58 / 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2167128"/>
            <a:ext cx="1463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40 / 33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551176"/>
            <a:ext cx="2011680" cy="36576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1A1A1A"/>
                </a:solidFill>
              </a:rPr>
              <a:t>  Age mean±SD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2551176"/>
            <a:ext cx="1463040" cy="36576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66.9 ± 9.7 yrs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2551176"/>
            <a:ext cx="1463040" cy="36576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63.3 ± 8.0 yrs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935224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1A1A1A"/>
                </a:solidFill>
              </a:rPr>
              <a:t>  Height mean±SD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2935224"/>
            <a:ext cx="1463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1.68 ± 0.10 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2935224"/>
            <a:ext cx="1463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1.68 ± 0.08 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319272"/>
            <a:ext cx="2011680" cy="36576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1A1A1A"/>
                </a:solidFill>
              </a:rPr>
              <a:t>  Weight mean±SD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3319272"/>
            <a:ext cx="1463040" cy="36576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72.3 ± 11.8 kg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3319272"/>
            <a:ext cx="1463040" cy="36576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72.3 ± 11.4 kg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703320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1A1A1A"/>
                </a:solidFill>
              </a:rPr>
              <a:t>  H&amp;Y mean±SD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3703320"/>
            <a:ext cx="1463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2.26 ± 0.34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3703320"/>
            <a:ext cx="1463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087368"/>
            <a:ext cx="2011680" cy="36576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1A1A1A"/>
                </a:solidFill>
              </a:rPr>
              <a:t>  UPDRS-M mean±SD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4087368"/>
            <a:ext cx="1463040" cy="36576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18.0 ± 9.6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4087368"/>
            <a:ext cx="1463040" cy="36576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137160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</a:rPr>
              <a:t>Per-Cohort Breakdown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77840" y="1783080"/>
            <a:ext cx="1920240" cy="365760"/>
          </a:xfrm>
          <a:prstGeom prst="rect">
            <a:avLst/>
          </a:prstGeom>
          <a:solidFill>
            <a:srgbClr val="00336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FFFFFF"/>
                </a:solidFill>
              </a:rPr>
              <a:t>  Cohort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43800" y="1783080"/>
            <a:ext cx="548640" cy="365760"/>
          </a:xfrm>
          <a:prstGeom prst="rect">
            <a:avLst/>
          </a:prstGeom>
          <a:solidFill>
            <a:srgbClr val="00336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1783080"/>
            <a:ext cx="548640" cy="365760"/>
          </a:xfrm>
          <a:prstGeom prst="rect">
            <a:avLst/>
          </a:prstGeom>
          <a:solidFill>
            <a:srgbClr val="00336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2520" y="1783080"/>
            <a:ext cx="594360" cy="365760"/>
          </a:xfrm>
          <a:prstGeom prst="rect">
            <a:avLst/>
          </a:prstGeom>
          <a:solidFill>
            <a:srgbClr val="00336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72600" y="1783080"/>
            <a:ext cx="1463040" cy="365760"/>
          </a:xfrm>
          <a:prstGeom prst="rect">
            <a:avLst/>
          </a:prstGeom>
          <a:solidFill>
            <a:srgbClr val="00336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Condition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15600" y="1783080"/>
            <a:ext cx="1097280" cy="365760"/>
          </a:xfrm>
          <a:prstGeom prst="rect">
            <a:avLst/>
          </a:prstGeom>
          <a:solidFill>
            <a:srgbClr val="00336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Age PD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77840" y="2167128"/>
            <a:ext cx="1920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1A1A1A"/>
                </a:solidFill>
              </a:rPr>
              <a:t>  Ga (Yogev)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43800" y="2167128"/>
            <a:ext cx="548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29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0" y="2167128"/>
            <a:ext cx="548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18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32520" y="2167128"/>
            <a:ext cx="594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47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72600" y="2167128"/>
            <a:ext cx="1463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Normal walk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515600" y="2167128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61.6±8.8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77840" y="2551176"/>
            <a:ext cx="1920240" cy="36576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1A1A1A"/>
                </a:solidFill>
              </a:rPr>
              <a:t>  Si (Frenkel-Toledo)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43800" y="2551176"/>
            <a:ext cx="548640" cy="36576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35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38160" y="2551176"/>
            <a:ext cx="548640" cy="36576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29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32520" y="2551176"/>
            <a:ext cx="594360" cy="36576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64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72600" y="2551176"/>
            <a:ext cx="1463040" cy="36576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Treadmill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515600" y="2551176"/>
            <a:ext cx="1097280" cy="36576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67.2±9.1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77840" y="2935224"/>
            <a:ext cx="1920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1A1A1A"/>
                </a:solidFill>
              </a:rPr>
              <a:t>  Ju (Hausdorff)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43800" y="2935224"/>
            <a:ext cx="548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29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38160" y="2935224"/>
            <a:ext cx="548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26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32520" y="2935224"/>
            <a:ext cx="594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55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72600" y="2935224"/>
            <a:ext cx="1463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RAS walk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515600" y="293522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66.8±10.8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794760"/>
            <a:ext cx="11612880" cy="2468880"/>
          </a:xfrm>
          <a:prstGeom prst="rect">
            <a:avLst/>
          </a:prstGeom>
          <a:solidFill>
            <a:srgbClr val="F0F2F5"/>
          </a:solidFill>
          <a:ln w="1524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555555"/>
                </a:solidFill>
              </a:rPr>
              <a:t>[INSERT IMAGE]
fig_A_demographics_full.png
(Age histogram + cohort bar chart + H&amp;Y distribution)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716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Deliverable 1 — PD Gait Analysis  |  FAU Erlangen-Nürnberg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4"/>
                </a:solidFill>
              </a:rP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39" sz="quarter"/>
          </p:nvPr>
        </p:nvSpPr>
        <p:spPr/>
        <p:txBody>
          <a:bodyPr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Dataset Demographics — 5-Fold Split (Fold 1 shown)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Source: splits/Fold_1/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286000" cy="2926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01 · Dataset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</a:rPr>
              <a:t>Fold 1 Summary  (training + test combined)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83080"/>
            <a:ext cx="2011680" cy="365760"/>
          </a:xfrm>
          <a:prstGeom prst="rect">
            <a:avLst/>
          </a:prstGeom>
          <a:solidFill>
            <a:srgbClr val="00336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FFFFFF"/>
                </a:solidFill>
              </a:rPr>
              <a:t>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783080"/>
            <a:ext cx="1097280" cy="365760"/>
          </a:xfrm>
          <a:prstGeom prst="rect">
            <a:avLst/>
          </a:prstGeom>
          <a:solidFill>
            <a:srgbClr val="00336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783080"/>
            <a:ext cx="1097280" cy="365760"/>
          </a:xfrm>
          <a:prstGeom prst="rect">
            <a:avLst/>
          </a:prstGeom>
          <a:solidFill>
            <a:srgbClr val="00336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783080"/>
            <a:ext cx="1097280" cy="365760"/>
          </a:xfrm>
          <a:prstGeom prst="rect">
            <a:avLst/>
          </a:prstGeom>
          <a:solidFill>
            <a:srgbClr val="00336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167128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1A1A1A"/>
                </a:solidFill>
              </a:rPr>
              <a:t>  Total Subjects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2167128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167128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2167128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551176"/>
            <a:ext cx="2011680" cy="36576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1A1A1A"/>
                </a:solidFill>
              </a:rPr>
              <a:t>  Ga Cohort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2551176"/>
            <a:ext cx="1097280" cy="36576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2551176"/>
            <a:ext cx="1097280" cy="36576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11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2551176"/>
            <a:ext cx="1097280" cy="36576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935224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1A1A1A"/>
                </a:solidFill>
              </a:rPr>
              <a:t>  Si Cohort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93522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293522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17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293522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27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19272"/>
            <a:ext cx="2011680" cy="36576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1A1A1A"/>
                </a:solidFill>
              </a:rPr>
              <a:t>  Ju Cohort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3319272"/>
            <a:ext cx="1097280" cy="36576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16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3319272"/>
            <a:ext cx="1097280" cy="36576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3319272"/>
            <a:ext cx="1097280" cy="36576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28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703320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1A1A1A"/>
                </a:solidFill>
              </a:rPr>
              <a:t>  H&amp;Y 2.0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3703320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19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66160" y="3703320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3703320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19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087368"/>
            <a:ext cx="2011680" cy="36576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1A1A1A"/>
                </a:solidFill>
              </a:rPr>
              <a:t>  H&amp;Y 2.5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4087368"/>
            <a:ext cx="1097280" cy="36576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14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4087368"/>
            <a:ext cx="1097280" cy="36576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4087368"/>
            <a:ext cx="1097280" cy="365760"/>
          </a:xfrm>
          <a:prstGeom prst="rect">
            <a:avLst/>
          </a:prstGeom>
          <a:solidFill>
            <a:srgbClr val="F0F2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14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471416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1A1A1A"/>
                </a:solidFill>
              </a:rPr>
              <a:t>  H&amp;Y 3.0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0" y="4471416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66160" y="4471416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4471416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A1A1A"/>
                </a:solidFill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4400"/>
                </a:solidFill>
              </a:rPr>
              <a:t>⚠  Cohort Confound 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178308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</a:rPr>
              <a:t>• 3 sub-cohorts (Ga/Si/Ju) collected under different conditions: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  — Ga: normal walking on level ground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  — Si: treadmill walking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  — Ju: walking with rhythmic auditory stimulation (RAS)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/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• Cohort condition may explain more PCA variance than diagnosis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• → PCA/t-SNE panels B always show cohort colouring to detect this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/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• Imbalanced severity: H&amp;Y 2=19, H&amp;Y 2.5=14, H&amp;Y 3.0=7 subjects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• → SMOTE applied on training folds only to address imbalance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074920"/>
            <a:ext cx="5669280" cy="1143000"/>
          </a:xfrm>
          <a:prstGeom prst="rect">
            <a:avLst/>
          </a:prstGeom>
          <a:solidFill>
            <a:srgbClr val="F0F2F5"/>
          </a:solidFill>
          <a:ln w="1524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555555"/>
                </a:solidFill>
              </a:rPr>
              <a:t>[INSERT IMAGE]
fig_B_demographics_fold.png
(Age histogram + cohort bar + mean±SD chart)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Deliverable 1 — PD Gait Analysis  |  FAU Erlangen-Nürnberg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4"/>
                </a:solidFill>
              </a:rP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  <p:txBody>
          <a:bodyPr/>
          <a:p/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Signal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69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BCC"/>
                </a:solidFill>
              </a:rPr>
              <a:t>Raw VGRF Traces  ·  Force Variability  ·  PD vs HC Comparison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39" sz="quarter"/>
          </p:nvPr>
        </p:nvSpPr>
        <p:spPr/>
        <p:txBody>
          <a:bodyPr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Raw VGRF Signals — PD vs Healthy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15 seconds of total force, left and right foot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286000" cy="2926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02 · Signal Visualization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37160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</a:rPr>
              <a:t>Vertical Ground Reaction Force (VGRF) captures the force each foot exerts on the ground.
16 sensors per foot at 100 Hz. Coefficient of Variation (CV) shown per trace.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20240"/>
            <a:ext cx="11612880" cy="4297680"/>
          </a:xfrm>
          <a:prstGeom prst="rect">
            <a:avLst/>
          </a:prstGeom>
          <a:solidFill>
            <a:srgbClr val="F0F2F5"/>
          </a:solidFill>
          <a:ln w="1524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555555"/>
                </a:solidFill>
              </a:rPr>
              <a:t>[INSERT IMAGE]
fig_C_raw_signals.png
(3 PD + 3 HC subjects × 2 feet. CV annotated per trace. Higher CV = more irregular gait rhythm in PD.)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Deliverable 1 — PD Gait Analysis  |  FAU Erlangen-Nürnberg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4"/>
                </a:solidFill>
              </a:rP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39" sz="quarter"/>
          </p:nvPr>
        </p:nvSpPr>
        <p:spPr/>
        <p:txBody>
          <a:bodyPr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Gait Force Variability — PD vs Healthy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Rolling mean ± SD (5s window, 2.5s step)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286000" cy="2926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02 · Signal Visualization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11612880" cy="475488"/>
          </a:xfrm>
          <a:prstGeom prst="rect">
            <a:avLst/>
          </a:prstGeom>
          <a:solidFill>
            <a:srgbClr val="E8F0FE"/>
          </a:solidFill>
          <a:ln w="19050">
            <a:solidFill>
              <a:srgbClr val="316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i="1">
                <a:solidFill>
                  <a:srgbClr val="003366"/>
                </a:solidFill>
              </a:rPr>
              <a:t>  Key finding (Yogev et al., 2005): In healthy adults, gait rhythmicity is automatic — stride variability is unaffected by cognitive load. In PD, variability increases markedly under dual-task conditions, indicating a loss of automaticity.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20240"/>
            <a:ext cx="11612880" cy="4297680"/>
          </a:xfrm>
          <a:prstGeom prst="rect">
            <a:avLst/>
          </a:prstGeom>
          <a:solidFill>
            <a:srgbClr val="F0F2F5"/>
          </a:solidFill>
          <a:ln w="1524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555555"/>
                </a:solidFill>
              </a:rPr>
              <a:t>[INSERT IMAGE]
fig_D_variability.png
(1 PD + 1 HC × 2 feet. Raw signal + rolling mean (navy) + mean±SD band (blue). CV shows higher irregularity in PD.)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Deliverable 1 — PD Gait Analysis  |  FAU Erlangen-Nürnberg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4"/>
                </a:solidFill>
              </a:rP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  <p:txBody>
          <a:bodyPr/>
          <a:p/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Feature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69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BCC"/>
                </a:solidFill>
              </a:rPr>
              <a:t>TSFresh · Manual Features · Z-Score Normalisation · Per-Subject Statistics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  <p:sp>
        <p:nvSpPr>
          <p:cNvPr id="6" name="Picture Placeholder 5"/>
          <p:cNvSpPr>
            <a:spLocks noGrp="1"/>
          </p:cNvSpPr>
          <p:nvPr>
            <p:ph type="pic" idx="39" sz="quarter"/>
          </p:nvPr>
        </p:nvSpPr>
        <p:spPr/>
        <p:txBody>
          <a:bodyPr/>
          <a:p/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Feature Extraction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Windowed extraction → per-subject statistics → z-score normalisation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2286000" cy="2926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03 · Feature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</a:rPr>
              <a:t>TSFresh (Primary Approach)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7830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</a:rPr>
              <a:t>• Library: tsfresh (EfficientFCParameters)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• ~750+ features per channel per window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• Window: 5 seconds (500 samples)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• Step: 2.5 seconds (50% overlap)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• Channels: 9 (L1–L8 + TotalLeft) per foot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/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Per-subject aggregation: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  → Mean across windows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  → Std across windows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  → Skewness across windows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  → Kurtosis across windows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/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Final matrix: 80 subjects × ~3,000 features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Applied: z-score normalisation (StandardScaler)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</a:rPr>
              <a:t>Manual Features (Alternative Approach)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7830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</a:rPr>
              <a:t>15 features per channel per window: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  · Mean, Std, Min, Max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  · Skewness, Kurtosis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  · Q25, Q75 (interquartile range)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  · Mean |Δ|, Std Δ  (first diff)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  · Range, CV (coefficient of variation)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  · Signal energy (mean x²)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  · Dominant frequency (FFT)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  · Low-frequency energy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/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Advantages over TSFresh: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  → Faster (seconds vs. hours)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  → Interpretable (domain knowledge)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  → Less prone to overfitting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/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Final matrix: 80 subjects × 60–120 features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Applied: z-score normalisation (StandardScaler)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6035040"/>
            <a:ext cx="11612880" cy="384048"/>
          </a:xfrm>
          <a:prstGeom prst="rect">
            <a:avLst/>
          </a:prstGeom>
          <a:solidFill>
            <a:srgbClr val="E8F0FE"/>
          </a:solidFill>
          <a:ln w="12700">
            <a:solidFill>
              <a:srgbClr val="316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003366"/>
                </a:solidFill>
              </a:rPr>
              <a:t>  Three feature sets computed independently: (1) Left foot only  ·  (2) Right foot only  ·  (3) Combined (concatenation)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Deliverable 1 — PD Gait Analysis  |  FAU Erlangen-Nürnberg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4"/>
                </a:solidFill>
              </a:rP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  <p:txBody>
          <a:bodyPr/>
          <a:p/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Dimensionality 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69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BCC"/>
                </a:solidFill>
              </a:rPr>
              <a:t>PCA · t-SNE  ·  Left / Right / Combined Feet  ·  z-score normalised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39" sz="quarter"/>
          </p:nvPr>
        </p:nvSpPr>
        <p:spPr/>
        <p:txBody>
          <a:bodyPr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PCA — Left Foot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Features z-score normalised before PCA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286000" cy="2926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04 · PCA (Left Foot)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37160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Three panels: (A) PD/HC diagnosis  ·  (B) Cohort — possible confound  ·  (C) H&amp;Y severity stage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83080"/>
            <a:ext cx="11612880" cy="4434840"/>
          </a:xfrm>
          <a:prstGeom prst="rect">
            <a:avLst/>
          </a:prstGeom>
          <a:solidFill>
            <a:srgbClr val="F0F2F5"/>
          </a:solidFill>
          <a:ln w="1524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555555"/>
                </a:solidFill>
              </a:rPr>
              <a:t>[INSERT IMAGE]
fig_E_pca_left_foot.png
(Panel A: PD(red) vs HC(blue) · Panel B: Cohort colours · Panel C: H&amp;Y scale)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Deliverable 1 — PD Gait Analysis  |  FAU Erlangen-Nürnberg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4"/>
                </a:solidFill>
              </a:rP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39" sz="quarter"/>
          </p:nvPr>
        </p:nvSpPr>
        <p:spPr/>
        <p:txBody>
          <a:bodyPr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PCA — Right Foot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Features z-score normalised before PCA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286000" cy="2926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04 · PCA (Right Foot)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37160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Three panels: (A) PD/HC diagnosis  ·  (B) Cohort — possible confound  ·  (C) H&amp;Y severity stage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83080"/>
            <a:ext cx="11612880" cy="4434840"/>
          </a:xfrm>
          <a:prstGeom prst="rect">
            <a:avLst/>
          </a:prstGeom>
          <a:solidFill>
            <a:srgbClr val="F0F2F5"/>
          </a:solidFill>
          <a:ln w="1524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555555"/>
                </a:solidFill>
              </a:rPr>
              <a:t>[INSERT IMAGE]
fig_E_pca_right_foot.png
(Panel A: PD(red) vs HC(blue) · Panel B: Cohort colours · Panel C: H&amp;Y scale)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Deliverable 1 — PD Gait Analysis  |  FAU Erlangen-Nürnberg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4"/>
                </a:solidFill>
              </a:rP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39" sz="quarter"/>
          </p:nvPr>
        </p:nvSpPr>
        <p:spPr/>
        <p:txBody>
          <a:bodyPr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PCA — Combined Feet Features (Left + Right)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Features z-score normalised before PCA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286000" cy="2926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04 · PCA (Combined)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37160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Three panels: (A) PD/HC diagnosis  ·  (B) Cohort — possible confound  ·  (C) H&amp;Y severity stage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83080"/>
            <a:ext cx="11612880" cy="4434840"/>
          </a:xfrm>
          <a:prstGeom prst="rect">
            <a:avLst/>
          </a:prstGeom>
          <a:solidFill>
            <a:srgbClr val="F0F2F5"/>
          </a:solidFill>
          <a:ln w="1524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555555"/>
                </a:solidFill>
              </a:rPr>
              <a:t>[INSERT IMAGE]
fig_E_pca_combined.png
(Panel A: PD(red) vs HC(blue) · Panel B: Cohort colours · Panel C: H&amp;Y scale)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Deliverable 1 — PD Gait Analysis  |  FAU Erlangen-Nürnberg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4"/>
                </a:solidFill>
              </a:rP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39" sz="quarter"/>
          </p:nvPr>
        </p:nvSpPr>
        <p:spPr/>
        <p:txBody>
          <a:bodyPr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t-SNE Embedding — Left / Right / Combined Feet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Features z-score normalised; PCA pre-compression → t-SNE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286000" cy="2926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04 · t-SNE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37160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Each plot: (A) PD/HC coloured  ·  (B) Cohort coloured  |  Perplexity=20, 1000 iterations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783080"/>
            <a:ext cx="3886200" cy="2743200"/>
          </a:xfrm>
          <a:prstGeom prst="rect">
            <a:avLst/>
          </a:prstGeom>
          <a:solidFill>
            <a:srgbClr val="F0F2F5"/>
          </a:solidFill>
          <a:ln w="1524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555555"/>
                </a:solidFill>
              </a:rPr>
              <a:t>[INSERT IMAGE]
fig_F_tsne_left_foot.png
(Left Foot)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4553712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366"/>
                </a:solidFill>
              </a:rPr>
              <a:t>Left Foot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783080"/>
            <a:ext cx="3886200" cy="2743200"/>
          </a:xfrm>
          <a:prstGeom prst="rect">
            <a:avLst/>
          </a:prstGeom>
          <a:solidFill>
            <a:srgbClr val="F0F2F5"/>
          </a:solidFill>
          <a:ln w="1524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555555"/>
                </a:solidFill>
              </a:rPr>
              <a:t>[INSERT IMAGE]
fig_F_tsne_right_foot.png
(Right Foot)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4553712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366"/>
                </a:solidFill>
              </a:rPr>
              <a:t>Right Foot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783080"/>
            <a:ext cx="3886200" cy="2743200"/>
          </a:xfrm>
          <a:prstGeom prst="rect">
            <a:avLst/>
          </a:prstGeom>
          <a:solidFill>
            <a:srgbClr val="F0F2F5"/>
          </a:solidFill>
          <a:ln w="1524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555555"/>
                </a:solidFill>
              </a:rPr>
              <a:t>[INSERT IMAGE]
fig_F_tsne_combined.png
(Combined Feet)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553712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3366"/>
                </a:solidFill>
              </a:rPr>
              <a:t>Combined Feet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937760"/>
            <a:ext cx="11612880" cy="1234440"/>
          </a:xfrm>
          <a:prstGeom prst="rect">
            <a:avLst/>
          </a:prstGeom>
          <a:solidFill>
            <a:srgbClr val="F5F8FF"/>
          </a:solidFill>
          <a:ln w="10160">
            <a:solidFill>
              <a:srgbClr val="316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>
                <a:solidFill>
                  <a:srgbClr val="1A1A1A"/>
                </a:solidFill>
              </a:rPr>
              <a:t>  Interpretation guide:
  • Good cluster separation in panel A → features distinguish PD from HC
  • Cluster alignment with cohort in panel B → cohort confound present (condition, not disease)
  • Compare left vs right vs combined to see if bilateral features help separation
  • Combined feet expected to show best separation (more information)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Deliverable 1 — PD Gait Analysis  |  FAU Erlangen-Nürnberg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4"/>
                </a:solidFill>
              </a:rP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  <p:txBody>
          <a:bodyPr/>
          <a:p/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Alternative Approaches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69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BCC"/>
                </a:solidFill>
              </a:rPr>
              <a:t>UMAP  ·  Statistical Tests  ·  Feature Importance  ·  Heatmaps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39" sz="quarter"/>
          </p:nvPr>
        </p:nvSpPr>
        <p:spPr/>
        <p:txBody>
          <a:bodyPr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Alternative Approaches — Beyond PCA/t-SNE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286000" cy="2926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05 · Alternative Approaches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366"/>
                </a:solidFill>
              </a:rPr>
              <a:t>Approach 1 — UMAP (Uniform Manifold Approximation)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8308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</a:rPr>
              <a:t>• Preserves both local and global structure (unlike t-SNE)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• Faster than t-SNE for large datasets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• Hyperparameters: n_neighbors=15, min_dist=0.1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• Applied to combined foot features (z-score normalised)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• Panels: (A) diagnosis  (B) cohort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566160"/>
            <a:ext cx="5394960" cy="2651760"/>
          </a:xfrm>
          <a:prstGeom prst="rect">
            <a:avLst/>
          </a:prstGeom>
          <a:solidFill>
            <a:srgbClr val="F0F2F5"/>
          </a:solidFill>
          <a:ln w="1524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555555"/>
                </a:solidFill>
              </a:rPr>
              <a:t>[INSERT IMAGE]
fig_H_umap_combined.png
(UMAP — Combined feet (panel A: PD/HC, panel B: cohort))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3716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366"/>
                </a:solidFill>
              </a:rPr>
              <a:t>Approach 2 — Mann-Whitney U Feature Significance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78308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</a:rPr>
              <a:t>• Non-parametric test: PD vs HC per feature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• No normality assumption required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• -log10(p) plotted: higher = more significant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• Red dashed line: p=0.05  |  Orange: p=0.001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• Identifies which extracted features are most</a:t>
            </a:r>
          </a:p>
          <a:p>
            <a:pPr algn="l"/>
            <a:r>
              <a:rPr sz="1100">
                <a:solidFill>
                  <a:srgbClr val="1A1A1A"/>
                </a:solidFill>
              </a:rPr>
              <a:t>  discriminative between PD and HC groups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566160"/>
            <a:ext cx="5669280" cy="2651760"/>
          </a:xfrm>
          <a:prstGeom prst="rect">
            <a:avLst/>
          </a:prstGeom>
          <a:solidFill>
            <a:srgbClr val="F0F2F5"/>
          </a:solidFill>
          <a:ln w="1524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555555"/>
                </a:solidFill>
              </a:rPr>
              <a:t>[INSERT IMAGE]
fig_I_significance.png
(Mann-Whitney U −log10(p) for top 15 features (combined))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Deliverable 1 — PD Gait Analysis  |  FAU Erlangen-Nürnberg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4"/>
                </a:solidFill>
              </a:rP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39" sz="quarter"/>
          </p:nvPr>
        </p:nvSpPr>
        <p:spPr/>
        <p:txBody>
          <a:bodyPr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Feature Analysis — Heatmap &amp; Distributions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286000" cy="2926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05 · Feature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366"/>
                </a:solidFill>
              </a:rPr>
              <a:t>Feature Heatmap (Z-Score by Group)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19072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Top 15 most discriminative features per foot condition  |  Higher red = PD elevated, blue = HC elevated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29968"/>
            <a:ext cx="11612880" cy="2103120"/>
          </a:xfrm>
          <a:prstGeom prst="rect">
            <a:avLst/>
          </a:prstGeom>
          <a:solidFill>
            <a:srgbClr val="F0F2F5"/>
          </a:solidFill>
          <a:ln w="1524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555555"/>
                </a:solidFill>
              </a:rPr>
              <a:t>[INSERT IMAGE]
fig_G_feature_heatmap.png
(3 panels: Left foot / Right foot / Combined  (rows: HC, PD))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2062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366"/>
                </a:solidFill>
              </a:rPr>
              <a:t>Feature KDE Distributions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553712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Top 6 discriminative features — KDE per group  |  Dashed vertical = group mean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892040"/>
            <a:ext cx="11612880" cy="1325880"/>
          </a:xfrm>
          <a:prstGeom prst="rect">
            <a:avLst/>
          </a:prstGeom>
          <a:solidFill>
            <a:srgbClr val="F0F2F5"/>
          </a:solidFill>
          <a:ln w="1524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555555"/>
                </a:solidFill>
              </a:rPr>
              <a:t>[INSERT IMAGE]
fig_H_feature_distributions.png
(6 KDE plots  (red=PD, blue=HC, dashed=mean))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Deliverable 1 — PD Gait Analysis  |  FAU Erlangen-Nürnberg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4"/>
                </a:solidFill>
              </a:rPr>
              <a:t>18/18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  <p:txBody>
          <a:bodyPr/>
          <a:p/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Key Findings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69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BCC"/>
                </a:solidFill>
              </a:rPr>
              <a:t>Summary of Deliverable 1  ·  Implications for Mamba Modelling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/>
        </p:txBody>
      </p:sp>
      <p:sp>
        <p:nvSpPr>
          <p:cNvPr id="6" name="Picture Placeholder 5"/>
          <p:cNvSpPr>
            <a:spLocks noGrp="1"/>
          </p:cNvSpPr>
          <p:nvPr>
            <p:ph type="pic" idx="39" sz="quarter"/>
          </p:nvPr>
        </p:nvSpPr>
        <p:spPr/>
        <p:txBody>
          <a:bodyPr/>
          <a:p/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Key Findings &amp; Next Steps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2286000" cy="2926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06 ·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</a:rPr>
              <a:t>Observations from Deliverable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78308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1A1A1A"/>
                </a:solidFill>
              </a:rPr>
              <a:t>Demographics:</a:t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>  • N=80 in Fold 1 (40 PD, 40 HC) — balanced</a:t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>  • Full dataset: 166 subjects (93 PD, 73 HC)</a:t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>  • H&amp;Y severity: 19/14/7 (imbalanced → SMOTE)</a:t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/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>Signal analysis:</a:t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>  • PD subjects show higher CV in force signals</a:t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>  • Irregular peak spacing visible in raw traces</a:t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>  • Consistent with Yogev 2005 variability findings</a:t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/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>Feature extraction:</a:t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>  • TSFresh: ~750+ features per channel window</a:t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>  • Manual: 15 interpretable features per channel</a:t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>  • Combined feet gave richest feature set</a:t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/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>PCA / t-SNE:</a:t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>  • [Fill in after running: separation observed?]</a:t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>  • [Cohort confound visible in panel B?]</a:t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>  • [Combined feet better than single foot?]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3716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366"/>
                </a:solidFill>
              </a:rPr>
              <a:t>Next Steps (Deliverable 2+)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78308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1A1A1A"/>
                </a:solidFill>
              </a:rPr>
              <a:t>Baseline Models:</a:t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>  • TSFresh features + Random Forest (5-fold CV)</a:t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>  • TSFresh features + SVM linear &amp; RBF (5-fold CV)</a:t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>  • Evaluation: Accuracy, F1, AUC, precision, recall</a:t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/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>Mamba / SSM Models:</a:t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>  • Input: raw VGRF time series (multivariate)</a:t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>  • Window: 5s / 2.5s step (matched to TSFresh)</a:t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>  • Architecture: bidirectional Mamba encoder</a:t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>    → binary head (PD/HC)</a:t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>    → severity head (H&amp;Y 2/2.5/3)</a:t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>  • Inspired by HARMamba (Li et al. 2024)</a:t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>    and MedMamba (He et al. 2026)</a:t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/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>Evaluation Strategy:</a:t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>  • SMOTE applied on training folds only</a:t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>  • Cross-cohort testing (train Ga+Si, test Ju)</a:t>
            </a:r>
          </a:p>
          <a:p>
            <a:pPr algn="l"/>
            <a:r>
              <a:rPr sz="1050">
                <a:solidFill>
                  <a:srgbClr val="1A1A1A"/>
                </a:solidFill>
              </a:rPr>
              <a:t>  • Target: beat Naimi et al. 88% severity 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</a:rPr>
              <a:t>Deliverable 1 — PD Gait Analysis  |  FAU Erlangen-Nürnberg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4"/>
                </a:solidFill>
              </a:rPr>
              <a:t>20/18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Bildplatzhalter 8" descr="Ein Bild, das Text, Geschirr enthält.&#10;&#10;Automatisch generierte Beschreibung">
            <a:extLst>
              <a:ext uri="{FF2B5EF4-FFF2-40B4-BE49-F238E27FC236}">
                <a16:creationId xmlns:a16="http://schemas.microsoft.com/office/drawing/2014/main" id="{0CAA2015-960B-4CA5-874D-BB71B5ED445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75" b="11875"/>
          <a:stretch>
            <a:fillRect/>
          </a:stretch>
        </p:blipFill>
        <p:spPr>
          <a:xfrm>
            <a:off x="0" y="1294726"/>
            <a:ext cx="12192000" cy="5563275"/>
          </a:xfrm>
        </p:spPr>
      </p:pic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6F721586-3090-4DCB-A125-5B6AC19992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Vielen Dank</a:t>
            </a:r>
          </a:p>
          <a:p>
            <a:r>
              <a:rPr lang="de-DE" dirty="0"/>
              <a:t>für Ihre Aufmerksamkeit!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6CAC4E9-5E85-82FF-8CA4-AE769DE8CA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524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D53CF29E-4222-4B17-B499-A0A380EA0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Folie zur freien Gestaltung | Beispiel: Zeitstrahl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0ABA73A-1C3A-4ED5-B46A-350B6C281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5D5BF-D54C-40C1-B77A-5E0C697F45DB}" type="datetime4">
              <a:rPr lang="de-DE" smtClean="0"/>
              <a:t>12. November 2025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A4ABC37-5307-4E21-BD48-576535CD5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624CAC8-57CE-4AD2-8CB1-72DC177AE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22</a:t>
            </a:fld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88EB367-3991-44D6-8ABD-20B2CCE941B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de-DE" dirty="0"/>
              <a:t>Subheadline möglich. Gegebenenfalls löschen.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de-DE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E1071372-1E84-44F5-9BEA-E9FE0F4A691D}"/>
              </a:ext>
            </a:extLst>
          </p:cNvPr>
          <p:cNvCxnSpPr>
            <a:cxnSpLocks/>
          </p:cNvCxnSpPr>
          <p:nvPr/>
        </p:nvCxnSpPr>
        <p:spPr>
          <a:xfrm>
            <a:off x="518317" y="3786038"/>
            <a:ext cx="11157746" cy="0"/>
          </a:xfrm>
          <a:prstGeom prst="line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hteck 12">
            <a:extLst>
              <a:ext uri="{FF2B5EF4-FFF2-40B4-BE49-F238E27FC236}">
                <a16:creationId xmlns:a16="http://schemas.microsoft.com/office/drawing/2014/main" id="{D08E4E3C-4103-45FC-B01A-D1ABDCFDB7E7}"/>
              </a:ext>
            </a:extLst>
          </p:cNvPr>
          <p:cNvSpPr/>
          <p:nvPr/>
        </p:nvSpPr>
        <p:spPr>
          <a:xfrm>
            <a:off x="878317" y="3606038"/>
            <a:ext cx="360000" cy="360000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b="1" dirty="0">
                <a:solidFill>
                  <a:schemeClr val="bg1"/>
                </a:solidFill>
              </a:rPr>
              <a:t>01</a:t>
            </a:r>
            <a:endParaRPr kumimoji="0" lang="de-DE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1714DA7-104A-4EFA-9EE4-23B15C2F8780}"/>
              </a:ext>
            </a:extLst>
          </p:cNvPr>
          <p:cNvSpPr txBox="1"/>
          <p:nvPr/>
        </p:nvSpPr>
        <p:spPr>
          <a:xfrm>
            <a:off x="1238317" y="1987930"/>
            <a:ext cx="1785540" cy="10834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XXXX</a:t>
            </a:r>
            <a:br>
              <a:rPr kumimoji="0" lang="de-D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</a:b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Lorem ipsum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dolor sit amet, conse</a:t>
            </a:r>
            <a:br>
              <a:rPr kumimoji="0" lang="de-D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</a:b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tetur sadipscing elitr.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6F1D99A6-D75E-4FA2-8CA7-73B87D87197A}"/>
              </a:ext>
            </a:extLst>
          </p:cNvPr>
          <p:cNvCxnSpPr>
            <a:cxnSpLocks/>
          </p:cNvCxnSpPr>
          <p:nvPr/>
        </p:nvCxnSpPr>
        <p:spPr>
          <a:xfrm>
            <a:off x="1058317" y="1987930"/>
            <a:ext cx="0" cy="1618108"/>
          </a:xfrm>
          <a:prstGeom prst="line">
            <a:avLst/>
          </a:prstGeom>
          <a:ln w="12700">
            <a:gradFill>
              <a:gsLst>
                <a:gs pos="0">
                  <a:schemeClr val="accent4"/>
                </a:gs>
                <a:gs pos="100000">
                  <a:schemeClr val="tx2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 15">
            <a:extLst>
              <a:ext uri="{FF2B5EF4-FFF2-40B4-BE49-F238E27FC236}">
                <a16:creationId xmlns:a16="http://schemas.microsoft.com/office/drawing/2014/main" id="{565D7306-FF2E-4C4B-AB0C-D8916622164B}"/>
              </a:ext>
            </a:extLst>
          </p:cNvPr>
          <p:cNvSpPr/>
          <p:nvPr/>
        </p:nvSpPr>
        <p:spPr>
          <a:xfrm>
            <a:off x="2536282" y="3606038"/>
            <a:ext cx="360000" cy="360000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b="1" dirty="0">
                <a:solidFill>
                  <a:schemeClr val="bg1"/>
                </a:solidFill>
              </a:rPr>
              <a:t>02</a:t>
            </a:r>
            <a:endParaRPr kumimoji="0" lang="de-DE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BC3C2673-1E18-4165-B750-9BC3BB7B6A5E}"/>
              </a:ext>
            </a:extLst>
          </p:cNvPr>
          <p:cNvSpPr txBox="1"/>
          <p:nvPr/>
        </p:nvSpPr>
        <p:spPr>
          <a:xfrm>
            <a:off x="2896282" y="4500708"/>
            <a:ext cx="1785540" cy="10834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XXXX</a:t>
            </a:r>
            <a:br>
              <a:rPr kumimoji="0" lang="de-D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</a:b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Lorem ipsum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dolor sit amet, conse</a:t>
            </a:r>
            <a:br>
              <a:rPr kumimoji="0" lang="de-D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</a:b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tetur sadipscing elitr.</a:t>
            </a: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14823183-FD11-4E20-84AA-F0E51D83189F}"/>
              </a:ext>
            </a:extLst>
          </p:cNvPr>
          <p:cNvCxnSpPr>
            <a:cxnSpLocks/>
          </p:cNvCxnSpPr>
          <p:nvPr/>
        </p:nvCxnSpPr>
        <p:spPr>
          <a:xfrm>
            <a:off x="2716282" y="3966038"/>
            <a:ext cx="0" cy="1618108"/>
          </a:xfrm>
          <a:prstGeom prst="line">
            <a:avLst/>
          </a:prstGeom>
          <a:ln w="12700">
            <a:gradFill>
              <a:gsLst>
                <a:gs pos="0">
                  <a:schemeClr val="tx2"/>
                </a:gs>
                <a:gs pos="100000">
                  <a:schemeClr val="accent4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hteck 18">
            <a:extLst>
              <a:ext uri="{FF2B5EF4-FFF2-40B4-BE49-F238E27FC236}">
                <a16:creationId xmlns:a16="http://schemas.microsoft.com/office/drawing/2014/main" id="{A3416709-79FF-4027-A796-52020EDE0049}"/>
              </a:ext>
            </a:extLst>
          </p:cNvPr>
          <p:cNvSpPr/>
          <p:nvPr/>
        </p:nvSpPr>
        <p:spPr>
          <a:xfrm>
            <a:off x="4194247" y="3606038"/>
            <a:ext cx="360000" cy="360000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b="1" dirty="0">
                <a:solidFill>
                  <a:schemeClr val="bg1"/>
                </a:solidFill>
              </a:rPr>
              <a:t>03</a:t>
            </a:r>
            <a:endParaRPr kumimoji="0" lang="de-DE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BE035C7C-36A8-494D-81AE-DC3149076513}"/>
              </a:ext>
            </a:extLst>
          </p:cNvPr>
          <p:cNvSpPr txBox="1"/>
          <p:nvPr/>
        </p:nvSpPr>
        <p:spPr>
          <a:xfrm>
            <a:off x="4554247" y="1987930"/>
            <a:ext cx="1785540" cy="10834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XXXX</a:t>
            </a:r>
            <a:br>
              <a:rPr kumimoji="0" lang="de-D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</a:b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Lorem ipsum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dolor sit amet, conse</a:t>
            </a:r>
            <a:br>
              <a:rPr kumimoji="0" lang="de-D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</a:b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tetur sadipscing elitr.</a:t>
            </a:r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1D112CF3-8383-46D0-B1ED-6988EA940D4E}"/>
              </a:ext>
            </a:extLst>
          </p:cNvPr>
          <p:cNvCxnSpPr>
            <a:cxnSpLocks/>
          </p:cNvCxnSpPr>
          <p:nvPr/>
        </p:nvCxnSpPr>
        <p:spPr>
          <a:xfrm>
            <a:off x="4374247" y="1987930"/>
            <a:ext cx="0" cy="1618108"/>
          </a:xfrm>
          <a:prstGeom prst="line">
            <a:avLst/>
          </a:prstGeom>
          <a:ln w="12700">
            <a:gradFill>
              <a:gsLst>
                <a:gs pos="0">
                  <a:schemeClr val="accent4"/>
                </a:gs>
                <a:gs pos="100000">
                  <a:schemeClr val="tx2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hteck 21">
            <a:extLst>
              <a:ext uri="{FF2B5EF4-FFF2-40B4-BE49-F238E27FC236}">
                <a16:creationId xmlns:a16="http://schemas.microsoft.com/office/drawing/2014/main" id="{765FF3EF-880F-4E89-A54B-E1AE9D51CE7D}"/>
              </a:ext>
            </a:extLst>
          </p:cNvPr>
          <p:cNvSpPr/>
          <p:nvPr/>
        </p:nvSpPr>
        <p:spPr>
          <a:xfrm>
            <a:off x="5852212" y="3606038"/>
            <a:ext cx="360000" cy="360000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b="1" dirty="0">
                <a:solidFill>
                  <a:schemeClr val="bg1"/>
                </a:solidFill>
              </a:rPr>
              <a:t>04</a:t>
            </a:r>
            <a:endParaRPr kumimoji="0" lang="de-DE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E1B6E122-B42C-463D-AFC5-33871634B077}"/>
              </a:ext>
            </a:extLst>
          </p:cNvPr>
          <p:cNvSpPr txBox="1"/>
          <p:nvPr/>
        </p:nvSpPr>
        <p:spPr>
          <a:xfrm>
            <a:off x="6212212" y="4500708"/>
            <a:ext cx="1785540" cy="10834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XXXX</a:t>
            </a:r>
            <a:br>
              <a:rPr kumimoji="0" lang="de-D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</a:b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Lorem ipsum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dolor sit amet, conse</a:t>
            </a:r>
            <a:br>
              <a:rPr kumimoji="0" lang="de-D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</a:b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tetur sadipscing elitr.</a:t>
            </a:r>
          </a:p>
        </p:txBody>
      </p: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B4A31E17-B0A7-4EAC-A9A9-E7AED1B6B824}"/>
              </a:ext>
            </a:extLst>
          </p:cNvPr>
          <p:cNvCxnSpPr>
            <a:cxnSpLocks/>
          </p:cNvCxnSpPr>
          <p:nvPr/>
        </p:nvCxnSpPr>
        <p:spPr>
          <a:xfrm>
            <a:off x="6032212" y="3966038"/>
            <a:ext cx="0" cy="1618108"/>
          </a:xfrm>
          <a:prstGeom prst="line">
            <a:avLst/>
          </a:prstGeom>
          <a:ln w="12700">
            <a:gradFill>
              <a:gsLst>
                <a:gs pos="0">
                  <a:schemeClr val="tx2"/>
                </a:gs>
                <a:gs pos="100000">
                  <a:schemeClr val="accent4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hteck 24">
            <a:extLst>
              <a:ext uri="{FF2B5EF4-FFF2-40B4-BE49-F238E27FC236}">
                <a16:creationId xmlns:a16="http://schemas.microsoft.com/office/drawing/2014/main" id="{B2A088BA-5ABB-4A00-B388-623604F72969}"/>
              </a:ext>
            </a:extLst>
          </p:cNvPr>
          <p:cNvSpPr/>
          <p:nvPr/>
        </p:nvSpPr>
        <p:spPr>
          <a:xfrm>
            <a:off x="7510177" y="3606038"/>
            <a:ext cx="360000" cy="360000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b="1" dirty="0">
                <a:solidFill>
                  <a:schemeClr val="bg1"/>
                </a:solidFill>
              </a:rPr>
              <a:t>05</a:t>
            </a:r>
            <a:endParaRPr kumimoji="0" lang="de-DE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0042B717-6B4F-40D7-AAB2-849F0A92CEF2}"/>
              </a:ext>
            </a:extLst>
          </p:cNvPr>
          <p:cNvSpPr txBox="1"/>
          <p:nvPr/>
        </p:nvSpPr>
        <p:spPr>
          <a:xfrm>
            <a:off x="7870177" y="1987930"/>
            <a:ext cx="1785540" cy="10834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XXXX</a:t>
            </a:r>
            <a:br>
              <a:rPr kumimoji="0" lang="de-D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</a:b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Lorem ipsum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dolor sit amet, conse</a:t>
            </a:r>
            <a:br>
              <a:rPr kumimoji="0" lang="de-D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</a:b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tetur sadipscing elitr.</a:t>
            </a:r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F6486C98-F537-4077-85EF-54A18E90B299}"/>
              </a:ext>
            </a:extLst>
          </p:cNvPr>
          <p:cNvCxnSpPr>
            <a:cxnSpLocks/>
          </p:cNvCxnSpPr>
          <p:nvPr/>
        </p:nvCxnSpPr>
        <p:spPr>
          <a:xfrm>
            <a:off x="7690177" y="1987930"/>
            <a:ext cx="0" cy="1618108"/>
          </a:xfrm>
          <a:prstGeom prst="line">
            <a:avLst/>
          </a:prstGeom>
          <a:ln w="12700">
            <a:gradFill>
              <a:gsLst>
                <a:gs pos="0">
                  <a:schemeClr val="accent4"/>
                </a:gs>
                <a:gs pos="100000">
                  <a:schemeClr val="tx2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hteck 27">
            <a:extLst>
              <a:ext uri="{FF2B5EF4-FFF2-40B4-BE49-F238E27FC236}">
                <a16:creationId xmlns:a16="http://schemas.microsoft.com/office/drawing/2014/main" id="{354C4822-EC9B-4A5C-9686-06CC93790E06}"/>
              </a:ext>
            </a:extLst>
          </p:cNvPr>
          <p:cNvSpPr/>
          <p:nvPr/>
        </p:nvSpPr>
        <p:spPr>
          <a:xfrm>
            <a:off x="9168143" y="3606038"/>
            <a:ext cx="360000" cy="360000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b="1" dirty="0">
                <a:solidFill>
                  <a:schemeClr val="bg1"/>
                </a:solidFill>
              </a:rPr>
              <a:t>06</a:t>
            </a:r>
            <a:endParaRPr kumimoji="0" lang="de-DE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39BA546F-DB83-425D-A4FA-FB7931FAAEA2}"/>
              </a:ext>
            </a:extLst>
          </p:cNvPr>
          <p:cNvSpPr txBox="1"/>
          <p:nvPr/>
        </p:nvSpPr>
        <p:spPr>
          <a:xfrm>
            <a:off x="9528143" y="4500708"/>
            <a:ext cx="1785540" cy="10834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XXXX</a:t>
            </a:r>
            <a:br>
              <a:rPr kumimoji="0" lang="de-D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</a:b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Lorem ipsum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dolor sit amet, conse</a:t>
            </a:r>
            <a:br>
              <a:rPr kumimoji="0" lang="de-D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</a:b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tetur sadipscing elitr.</a:t>
            </a:r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35A9ACAE-4FAF-4D57-B752-BD918D8825AA}"/>
              </a:ext>
            </a:extLst>
          </p:cNvPr>
          <p:cNvCxnSpPr>
            <a:cxnSpLocks/>
          </p:cNvCxnSpPr>
          <p:nvPr/>
        </p:nvCxnSpPr>
        <p:spPr>
          <a:xfrm>
            <a:off x="9348143" y="3966038"/>
            <a:ext cx="0" cy="1618108"/>
          </a:xfrm>
          <a:prstGeom prst="line">
            <a:avLst/>
          </a:prstGeom>
          <a:ln w="12700">
            <a:gradFill>
              <a:gsLst>
                <a:gs pos="0">
                  <a:schemeClr val="tx2"/>
                </a:gs>
                <a:gs pos="100000">
                  <a:schemeClr val="accent4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9647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21C1BFC0-C612-4A89-BDA8-7C1B5C954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Folie zur freien Gestaltung | weiß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A6B29E5-8B02-425F-9788-8FBC2A0F3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D118B-0174-49D6-A16B-0E6F3FB79176}" type="datetime4">
              <a:rPr lang="de-DE" smtClean="0"/>
              <a:pPr/>
              <a:t>12. November 2025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B9D5F03-0F29-40E2-8AF7-F83CFD275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B260341-2785-43BF-83A6-5621B740A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23</a:t>
            </a:fld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B6FCA3D8-41AB-45E4-BC99-E771F3136F7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de-DE" dirty="0"/>
              <a:t>Subheadline möglich. Gegebenenfalls löschen.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9252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D53CF29E-4222-4B17-B499-A0A380EA0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Folie zur freien Gestaltung | Beispiel: Zeitstrahl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0ABA73A-1C3A-4ED5-B46A-350B6C281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FA5F6-7035-4F9C-A34B-BAB7EC483CE5}" type="datetime4">
              <a:rPr lang="de-DE" smtClean="0"/>
              <a:pPr/>
              <a:t>12. November 2025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A4ABC37-5307-4E21-BD48-576535CD5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624CAC8-57CE-4AD2-8CB1-72DC177AE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24</a:t>
            </a:fld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88EB367-3991-44D6-8ABD-20B2CCE941B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de-DE" dirty="0"/>
              <a:t>Subheadline möglich. Gegebenenfalls löschen.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de-DE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55FC5C21-6406-4E5F-BE04-90F7071258D3}"/>
              </a:ext>
            </a:extLst>
          </p:cNvPr>
          <p:cNvCxnSpPr>
            <a:cxnSpLocks/>
          </p:cNvCxnSpPr>
          <p:nvPr/>
        </p:nvCxnSpPr>
        <p:spPr>
          <a:xfrm>
            <a:off x="518317" y="3786038"/>
            <a:ext cx="11157746" cy="0"/>
          </a:xfrm>
          <a:prstGeom prst="line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hteck 18">
            <a:extLst>
              <a:ext uri="{FF2B5EF4-FFF2-40B4-BE49-F238E27FC236}">
                <a16:creationId xmlns:a16="http://schemas.microsoft.com/office/drawing/2014/main" id="{36D6020F-5AA7-4D10-A4F5-5CB9DA02F5AE}"/>
              </a:ext>
            </a:extLst>
          </p:cNvPr>
          <p:cNvSpPr/>
          <p:nvPr/>
        </p:nvSpPr>
        <p:spPr>
          <a:xfrm>
            <a:off x="878317" y="3606038"/>
            <a:ext cx="360000" cy="360000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b="1" dirty="0">
                <a:solidFill>
                  <a:schemeClr val="bg1"/>
                </a:solidFill>
              </a:rPr>
              <a:t>01</a:t>
            </a:r>
            <a:endParaRPr kumimoji="0" lang="de-DE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1075E0B1-3B93-4BE8-A243-7292F4BFABAC}"/>
              </a:ext>
            </a:extLst>
          </p:cNvPr>
          <p:cNvSpPr txBox="1"/>
          <p:nvPr/>
        </p:nvSpPr>
        <p:spPr>
          <a:xfrm>
            <a:off x="1238317" y="1987930"/>
            <a:ext cx="1785540" cy="10834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XXXX</a:t>
            </a:r>
            <a:b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Lorem ipsum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dolor sit amet, conse</a:t>
            </a:r>
            <a:b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tetur sadipscing elitr.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EAEA7A42-2F65-48C1-AFD8-2D23B06CDA7B}"/>
              </a:ext>
            </a:extLst>
          </p:cNvPr>
          <p:cNvCxnSpPr>
            <a:cxnSpLocks/>
          </p:cNvCxnSpPr>
          <p:nvPr/>
        </p:nvCxnSpPr>
        <p:spPr>
          <a:xfrm>
            <a:off x="1058317" y="1987930"/>
            <a:ext cx="0" cy="1618108"/>
          </a:xfrm>
          <a:prstGeom prst="line">
            <a:avLst/>
          </a:prstGeom>
          <a:ln w="12700">
            <a:gradFill>
              <a:gsLst>
                <a:gs pos="0">
                  <a:schemeClr val="bg1"/>
                </a:gs>
                <a:gs pos="100000">
                  <a:schemeClr val="accent4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hteck 27">
            <a:extLst>
              <a:ext uri="{FF2B5EF4-FFF2-40B4-BE49-F238E27FC236}">
                <a16:creationId xmlns:a16="http://schemas.microsoft.com/office/drawing/2014/main" id="{CCC6DEE0-F4BB-4109-A089-AFBA301387C8}"/>
              </a:ext>
            </a:extLst>
          </p:cNvPr>
          <p:cNvSpPr/>
          <p:nvPr/>
        </p:nvSpPr>
        <p:spPr>
          <a:xfrm>
            <a:off x="2536282" y="3606038"/>
            <a:ext cx="360000" cy="360000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b="1" dirty="0">
                <a:solidFill>
                  <a:schemeClr val="bg1"/>
                </a:solidFill>
              </a:rPr>
              <a:t>02</a:t>
            </a:r>
            <a:endParaRPr kumimoji="0" lang="de-DE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8C3D5484-097D-4403-804E-16F23DE14947}"/>
              </a:ext>
            </a:extLst>
          </p:cNvPr>
          <p:cNvSpPr txBox="1"/>
          <p:nvPr/>
        </p:nvSpPr>
        <p:spPr>
          <a:xfrm>
            <a:off x="2896282" y="4500708"/>
            <a:ext cx="1785540" cy="10834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XXXX</a:t>
            </a:r>
            <a:b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Lorem ipsum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dolor sit amet, conse</a:t>
            </a:r>
            <a:b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tetur sadipscing elitr.</a:t>
            </a:r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7B5E0068-AE0E-4C40-BDFD-677AE43036CA}"/>
              </a:ext>
            </a:extLst>
          </p:cNvPr>
          <p:cNvCxnSpPr>
            <a:cxnSpLocks/>
          </p:cNvCxnSpPr>
          <p:nvPr/>
        </p:nvCxnSpPr>
        <p:spPr>
          <a:xfrm>
            <a:off x="2716282" y="3966038"/>
            <a:ext cx="0" cy="1618108"/>
          </a:xfrm>
          <a:prstGeom prst="line">
            <a:avLst/>
          </a:prstGeom>
          <a:ln w="12700">
            <a:gradFill>
              <a:gsLst>
                <a:gs pos="0">
                  <a:schemeClr val="accent4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hteck 32">
            <a:extLst>
              <a:ext uri="{FF2B5EF4-FFF2-40B4-BE49-F238E27FC236}">
                <a16:creationId xmlns:a16="http://schemas.microsoft.com/office/drawing/2014/main" id="{1DC068D8-5555-431D-8342-529B4F90FD7E}"/>
              </a:ext>
            </a:extLst>
          </p:cNvPr>
          <p:cNvSpPr/>
          <p:nvPr/>
        </p:nvSpPr>
        <p:spPr>
          <a:xfrm>
            <a:off x="4194247" y="3606038"/>
            <a:ext cx="360000" cy="360000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b="1" dirty="0">
                <a:solidFill>
                  <a:schemeClr val="bg1"/>
                </a:solidFill>
              </a:rPr>
              <a:t>03</a:t>
            </a:r>
            <a:endParaRPr kumimoji="0" lang="de-DE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E72D8ED9-3F5E-4449-B1D8-DF4D42595382}"/>
              </a:ext>
            </a:extLst>
          </p:cNvPr>
          <p:cNvSpPr txBox="1"/>
          <p:nvPr/>
        </p:nvSpPr>
        <p:spPr>
          <a:xfrm>
            <a:off x="4554247" y="1987930"/>
            <a:ext cx="1785540" cy="10834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XXXX</a:t>
            </a:r>
            <a:b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Lorem ipsum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dolor sit amet, conse</a:t>
            </a:r>
            <a:b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tetur sadipscing elitr.</a:t>
            </a:r>
          </a:p>
        </p:txBody>
      </p: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AA0EC2D3-3400-4180-B6CD-EDDE33A24E42}"/>
              </a:ext>
            </a:extLst>
          </p:cNvPr>
          <p:cNvCxnSpPr>
            <a:cxnSpLocks/>
          </p:cNvCxnSpPr>
          <p:nvPr/>
        </p:nvCxnSpPr>
        <p:spPr>
          <a:xfrm>
            <a:off x="4374247" y="1987930"/>
            <a:ext cx="0" cy="1618108"/>
          </a:xfrm>
          <a:prstGeom prst="line">
            <a:avLst/>
          </a:prstGeom>
          <a:ln w="12700">
            <a:gradFill>
              <a:gsLst>
                <a:gs pos="0">
                  <a:schemeClr val="bg1"/>
                </a:gs>
                <a:gs pos="100000">
                  <a:schemeClr val="accent4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hteck 36">
            <a:extLst>
              <a:ext uri="{FF2B5EF4-FFF2-40B4-BE49-F238E27FC236}">
                <a16:creationId xmlns:a16="http://schemas.microsoft.com/office/drawing/2014/main" id="{62D6E3B8-C935-47BD-B526-26D0903AF2CC}"/>
              </a:ext>
            </a:extLst>
          </p:cNvPr>
          <p:cNvSpPr/>
          <p:nvPr/>
        </p:nvSpPr>
        <p:spPr>
          <a:xfrm>
            <a:off x="5852212" y="3606038"/>
            <a:ext cx="360000" cy="360000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b="1" dirty="0">
                <a:solidFill>
                  <a:schemeClr val="bg1"/>
                </a:solidFill>
              </a:rPr>
              <a:t>04</a:t>
            </a:r>
            <a:endParaRPr kumimoji="0" lang="de-DE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AC54F63A-DFBB-4198-8220-C331B08331AB}"/>
              </a:ext>
            </a:extLst>
          </p:cNvPr>
          <p:cNvSpPr txBox="1"/>
          <p:nvPr/>
        </p:nvSpPr>
        <p:spPr>
          <a:xfrm>
            <a:off x="6212212" y="4500708"/>
            <a:ext cx="1785540" cy="10834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XXXX</a:t>
            </a:r>
            <a:b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Lorem ipsum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dolor sit amet, conse</a:t>
            </a:r>
            <a:b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tetur sadipscing elitr.</a:t>
            </a:r>
          </a:p>
        </p:txBody>
      </p: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DC0CF3F4-25A9-4118-80A2-B3DE3D1C0F8D}"/>
              </a:ext>
            </a:extLst>
          </p:cNvPr>
          <p:cNvCxnSpPr>
            <a:cxnSpLocks/>
          </p:cNvCxnSpPr>
          <p:nvPr/>
        </p:nvCxnSpPr>
        <p:spPr>
          <a:xfrm>
            <a:off x="6032212" y="3966038"/>
            <a:ext cx="0" cy="1618108"/>
          </a:xfrm>
          <a:prstGeom prst="line">
            <a:avLst/>
          </a:prstGeom>
          <a:ln w="12700">
            <a:gradFill>
              <a:gsLst>
                <a:gs pos="0">
                  <a:schemeClr val="accent4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hteck 40">
            <a:extLst>
              <a:ext uri="{FF2B5EF4-FFF2-40B4-BE49-F238E27FC236}">
                <a16:creationId xmlns:a16="http://schemas.microsoft.com/office/drawing/2014/main" id="{BE390168-B132-4AC1-9C62-AD8DD72768AC}"/>
              </a:ext>
            </a:extLst>
          </p:cNvPr>
          <p:cNvSpPr/>
          <p:nvPr/>
        </p:nvSpPr>
        <p:spPr>
          <a:xfrm>
            <a:off x="7510177" y="3606038"/>
            <a:ext cx="360000" cy="360000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b="1" dirty="0">
                <a:solidFill>
                  <a:schemeClr val="bg1"/>
                </a:solidFill>
              </a:rPr>
              <a:t>05</a:t>
            </a:r>
            <a:endParaRPr kumimoji="0" lang="de-DE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74D853A8-8AF9-4C7C-A42B-01684609F0E8}"/>
              </a:ext>
            </a:extLst>
          </p:cNvPr>
          <p:cNvSpPr txBox="1"/>
          <p:nvPr/>
        </p:nvSpPr>
        <p:spPr>
          <a:xfrm>
            <a:off x="7870177" y="1987930"/>
            <a:ext cx="1785540" cy="10834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XXXX</a:t>
            </a:r>
            <a:b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Lorem ipsum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dolor sit amet, conse</a:t>
            </a:r>
            <a:b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tetur sadipscing elitr.</a:t>
            </a:r>
          </a:p>
        </p:txBody>
      </p: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19187237-1FB9-461E-A841-64CB92226CB8}"/>
              </a:ext>
            </a:extLst>
          </p:cNvPr>
          <p:cNvCxnSpPr>
            <a:cxnSpLocks/>
          </p:cNvCxnSpPr>
          <p:nvPr/>
        </p:nvCxnSpPr>
        <p:spPr>
          <a:xfrm>
            <a:off x="7690177" y="1987930"/>
            <a:ext cx="0" cy="1618108"/>
          </a:xfrm>
          <a:prstGeom prst="line">
            <a:avLst/>
          </a:prstGeom>
          <a:ln w="12700">
            <a:gradFill>
              <a:gsLst>
                <a:gs pos="0">
                  <a:schemeClr val="bg1"/>
                </a:gs>
                <a:gs pos="100000">
                  <a:schemeClr val="accent4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hteck 44">
            <a:extLst>
              <a:ext uri="{FF2B5EF4-FFF2-40B4-BE49-F238E27FC236}">
                <a16:creationId xmlns:a16="http://schemas.microsoft.com/office/drawing/2014/main" id="{FE21DF9C-F4D3-42EE-A00D-670D01F2F6A0}"/>
              </a:ext>
            </a:extLst>
          </p:cNvPr>
          <p:cNvSpPr/>
          <p:nvPr/>
        </p:nvSpPr>
        <p:spPr>
          <a:xfrm>
            <a:off x="9168143" y="3606038"/>
            <a:ext cx="360000" cy="360000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b="1" dirty="0">
                <a:solidFill>
                  <a:schemeClr val="bg1"/>
                </a:solidFill>
              </a:rPr>
              <a:t>06</a:t>
            </a:r>
            <a:endParaRPr kumimoji="0" lang="de-DE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19EF966A-4A2D-41F2-8CDA-968C9771068C}"/>
              </a:ext>
            </a:extLst>
          </p:cNvPr>
          <p:cNvSpPr txBox="1"/>
          <p:nvPr/>
        </p:nvSpPr>
        <p:spPr>
          <a:xfrm>
            <a:off x="9528143" y="4500708"/>
            <a:ext cx="1785540" cy="10834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XXXX</a:t>
            </a:r>
            <a:b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Lorem ipsum</a:t>
            </a:r>
          </a:p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dolor sit amet, conse</a:t>
            </a:r>
            <a:b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b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tetur sadipscing elitr.</a:t>
            </a:r>
          </a:p>
        </p:txBody>
      </p: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CF3312E7-25CA-4CA6-B660-8505D32BB8AD}"/>
              </a:ext>
            </a:extLst>
          </p:cNvPr>
          <p:cNvCxnSpPr>
            <a:cxnSpLocks/>
          </p:cNvCxnSpPr>
          <p:nvPr/>
        </p:nvCxnSpPr>
        <p:spPr>
          <a:xfrm>
            <a:off x="9348143" y="3966038"/>
            <a:ext cx="0" cy="1618108"/>
          </a:xfrm>
          <a:prstGeom prst="line">
            <a:avLst/>
          </a:prstGeom>
          <a:ln w="12700">
            <a:gradFill>
              <a:gsLst>
                <a:gs pos="0">
                  <a:schemeClr val="accent4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5182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A038A6D7-43BC-4D62-A981-DB1D1DD29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Zitatfolie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317D861-56F2-45F7-9456-C62221286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1EA31-76A1-402D-A564-D80CC46D5759}" type="datetime4">
              <a:rPr lang="de-DE" smtClean="0"/>
              <a:pPr/>
              <a:t>12. November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5FAD7A-50ED-4C85-97A9-DBA0002EC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651F611-EE90-41F9-AA45-8E7725723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25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9F445B2-619C-4D1C-B511-C96E93A4A40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de-DE" dirty="0"/>
              <a:t>„Lorem ipsum dolor sit amet, consetetur sadipscing elitr, sed diam nonumy eirmod tempor invidunt ut labore et dolore magna aliquyam erat, sed diam voluptua.“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285A992-E91B-451E-9F95-DB152AAB1A0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de-DE"/>
              <a:t>Subheadline möglich. Gegebenenfalls löschen.</a:t>
            </a:r>
            <a:endParaRPr lang="de-DE" dirty="0"/>
          </a:p>
        </p:txBody>
      </p:sp>
      <p:sp>
        <p:nvSpPr>
          <p:cNvPr id="2" name="Bildplatzhalter 1"/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9657923"/>
      </p:ext>
    </p:extLst>
  </p:cSld>
  <p:clrMapOvr>
    <a:masterClrMapping/>
  </p:clrMapOvr>
</p:sld>
</file>

<file path=ppt/theme/theme1.xml><?xml version="1.0" encoding="utf-8"?>
<a:theme xmlns:a="http://schemas.openxmlformats.org/drawingml/2006/main" name="FAU - Technische Fakultät">
  <a:themeElements>
    <a:clrScheme name="FAU - Grau">
      <a:dk1>
        <a:sysClr val="windowText" lastClr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C64748B88E4F4A81E78C320064AA18" ma:contentTypeVersion="13" ma:contentTypeDescription="Ein neues Dokument erstellen." ma:contentTypeScope="" ma:versionID="7d7fe78eff81fbacf66dc0ff6aeec5a3">
  <xsd:schema xmlns:xsd="http://www.w3.org/2001/XMLSchema" xmlns:xs="http://www.w3.org/2001/XMLSchema" xmlns:p="http://schemas.microsoft.com/office/2006/metadata/properties" xmlns:ns2="e1a9e197-d112-4abb-aa0c-4ed035d690a3" xmlns:ns3="5d4c14f1-5e26-4315-944b-e10ebb29e5be" targetNamespace="http://schemas.microsoft.com/office/2006/metadata/properties" ma:root="true" ma:fieldsID="798e591f6d3205a21a5c8f3fdff7cfef" ns2:_="" ns3:_="">
    <xsd:import namespace="e1a9e197-d112-4abb-aa0c-4ed035d690a3"/>
    <xsd:import namespace="5d4c14f1-5e26-4315-944b-e10ebb29e5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a9e197-d112-4abb-aa0c-4ed035d690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4c14f1-5e26-4315-944b-e10ebb29e5b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57329C-FB5F-4A4D-B331-82D30E9A74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1A7FE3-81F7-4596-A188-3EE8D4188E1F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e1a9e197-d112-4abb-aa0c-4ed035d690a3"/>
    <ds:schemaRef ds:uri="http://schemas.microsoft.com/office/infopath/2007/PartnerControls"/>
    <ds:schemaRef ds:uri="5d4c14f1-5e26-4315-944b-e10ebb29e5be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DFBE955-EBBF-441B-94AE-DC551CE167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a9e197-d112-4abb-aa0c-4ed035d690a3"/>
    <ds:schemaRef ds:uri="5d4c14f1-5e26-4315-944b-e10ebb29e5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1714</Words>
  <Application>Microsoft Macintosh PowerPoint</Application>
  <PresentationFormat>Widescreen</PresentationFormat>
  <Paragraphs>346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Symbol</vt:lpstr>
      <vt:lpstr>FAU - Technische Fakultät</vt:lpstr>
      <vt:lpstr>Willkommen</vt:lpstr>
      <vt:lpstr>Agenda</vt:lpstr>
      <vt:lpstr>Agenda | mit Bild</vt:lpstr>
      <vt:lpstr>Kapiteltrenner Mehrzeilig möglich</vt:lpstr>
      <vt:lpstr>Textfolie</vt:lpstr>
      <vt:lpstr>Textfolie | zweispaltig</vt:lpstr>
      <vt:lpstr>Textfolie | dreispaltig</vt:lpstr>
      <vt:lpstr>Text- Bildfolie</vt:lpstr>
      <vt:lpstr>Bild- Textfolie</vt:lpstr>
      <vt:lpstr>PowerPoint Presentation</vt:lpstr>
      <vt:lpstr>Bildfolie</vt:lpstr>
      <vt:lpstr>Bildfolie | zweispaltig</vt:lpstr>
      <vt:lpstr>Bildfolie | dreispaltig</vt:lpstr>
      <vt:lpstr>Inhaltsfolie | Säulendiagramm</vt:lpstr>
      <vt:lpstr>Inhaltsfolie mit Text | Säulendiagramm</vt:lpstr>
      <vt:lpstr>Inhaltsfolie | Torten- &amp; Ringdiagramm</vt:lpstr>
      <vt:lpstr>Inhaltsfolie mit Text | Torten- &amp; Ringdiagramm</vt:lpstr>
      <vt:lpstr>Inhaltsfolie mit Text | Torten- &amp; Ringdiagramm</vt:lpstr>
      <vt:lpstr>Inhaltsfolie | Tabellenbeispiel</vt:lpstr>
      <vt:lpstr>Inhaltsfolie mit Text | Tabellenbeispiel</vt:lpstr>
      <vt:lpstr>Folie zur freien Gestaltung | Grau</vt:lpstr>
      <vt:lpstr>Folie zur freien Gestaltung | Beispiel: Zeitstrahl</vt:lpstr>
      <vt:lpstr>Folie zur freien Gestaltung | weiß</vt:lpstr>
      <vt:lpstr>Folie zur freien Gestaltung | Beispiel: Zeitstrahl</vt:lpstr>
      <vt:lpstr>Zitatfolie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Willkommen</dc:title>
  <dc:creator>Julia Gutschmidt</dc:creator>
  <cp:lastModifiedBy>Arias Vergara, Tomás</cp:lastModifiedBy>
  <cp:revision>138</cp:revision>
  <dcterms:created xsi:type="dcterms:W3CDTF">2021-11-18T07:49:57Z</dcterms:created>
  <dcterms:modified xsi:type="dcterms:W3CDTF">2025-11-12T13:18:19Z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0x010100B7C64748B88E4F4A81E78C320064AA18</vt:lpwstr>
  </property>
</Properties>
</file>