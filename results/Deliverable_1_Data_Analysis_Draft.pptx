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 Time-Series Data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Parkinson's disease patients vs. controls using walk-01 vertical ground reaction force signals.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880360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0837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31720" y="2880360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300837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50592" y="3337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005072" y="2880360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3944" y="300837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Hz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23944" y="3337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rate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78424" y="2880360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300837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/ 2.5s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97296" y="3337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/ step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8368" y="6053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generated in /results: fold manifests, TSFresh features, PCA scores, baseline metrics, figures, and this draft deck.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Snapshot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provided folds reuse the same 100 walk-01 subjects with balanced 60/20/20 train/validation/test splits.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264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63.0 +/- 8.37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17556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age, mean +/- SD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395728" y="1298448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4264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66.5 +/- 9.77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17556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age, mean +/- SD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05656" y="1298448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14264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24528" y="17556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M/F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15584" y="1298448"/>
            <a:ext cx="15087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2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4456" y="14264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34456" y="17556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M/F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time step has 19 columns: time, 8 left-foot sensors, 8 right-foot sensors, and total force per foot.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files in this first pass are normal walk-01 recordings sampled at 100 Hz.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fold has 30 patients / 30 controls for training, 10 / 10 for validation, and 10 / 10 for test.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uses overlapping 5-second windows with a 2.5-second step, matching the deliverable guidance.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Subject-level vectors summarize each window feature by mean, standard deviation, skewness, and kurtosis.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Patient-Control Signals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vertical ground reaction force over the first 10 seconds of representative subjects.</a:t>
            </a:r>
            <a:endParaRPr lang="en-US" sz="900" dirty="0"/>
          </a:p>
        </p:txBody>
      </p:sp>
      <p:pic>
        <p:nvPicPr>
          <p:cNvPr id="4" name="Image 0" descr="/Users/keshavperiwal/Documents Local/Semester 2/Project Time Series/Data/results/figures/example_left_total_fo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5532120" cy="3127248"/>
          </a:xfrm>
          <a:prstGeom prst="rect">
            <a:avLst/>
          </a:prstGeom>
        </p:spPr>
      </p:pic>
      <p:pic>
        <p:nvPicPr>
          <p:cNvPr id="5" name="Image 1" descr="/Users/keshavperiwal/Documents Local/Semester 2/Project Time Series/Data/results/figures/example_right_total_for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24128"/>
            <a:ext cx="5532120" cy="3127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464515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and control traces differ in amplitude rhythm and stance timing in this example; the later PCA slides test whether windowed features produce broader subject-level separation.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produces fold-safe TSFresh, gait, asymmetry, and wavelet subject features.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2029968"/>
            <a:ext cx="1700784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945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signal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columns at 100 Hz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432304" y="2496312"/>
            <a:ext cx="320040" cy="0"/>
          </a:xfrm>
          <a:prstGeom prst="line">
            <a:avLst/>
          </a:prstGeom>
          <a:noFill/>
          <a:ln w="16510">
            <a:solidFill>
              <a:srgbClr val="0E6F7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2029968"/>
            <a:ext cx="1700784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1945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0088" y="24688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window, 2.5s step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672584" y="2496312"/>
            <a:ext cx="320040" cy="0"/>
          </a:xfrm>
          <a:prstGeom prst="line">
            <a:avLst/>
          </a:prstGeom>
          <a:noFill/>
          <a:ln w="16510">
            <a:solidFill>
              <a:srgbClr val="0E6F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2029968"/>
            <a:ext cx="1700784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21945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30368" y="24688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TSFresh + engineered gait features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912864" y="2496312"/>
            <a:ext cx="320040" cy="0"/>
          </a:xfrm>
          <a:prstGeom prst="line">
            <a:avLst/>
          </a:prstGeom>
          <a:noFill/>
          <a:ln w="16510">
            <a:solidFill>
              <a:srgbClr val="0E6F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2029968"/>
            <a:ext cx="1700784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21945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vector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70648" y="24688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mean/std/skew/kurt across windows for every feature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153144" y="2496312"/>
            <a:ext cx="320040" cy="0"/>
          </a:xfrm>
          <a:prstGeom prst="line">
            <a:avLst/>
          </a:prstGeom>
          <a:noFill/>
          <a:ln w="16510">
            <a:solidFill>
              <a:srgbClr val="0E6F7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2029968"/>
            <a:ext cx="1700784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0928" y="21945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10928" y="24688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normalization followed by PCA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914400" y="4160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matrix is written to results/tables/subject_feature_matrix.csv for reproducibility.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features add contact timing, COP, force symmetry, paired left-right differences, and Morlet wavelet power.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is run three ways as requested: right foot only, left foot only, and concatenated left+right features.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use each fold's training split for fitting, validation split for model selection, and test split for final reporting.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 Left Foot Features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9.1%, PC2 7.5% explained variance.</a:t>
            </a:r>
            <a:endParaRPr lang="en-US" sz="900" dirty="0"/>
          </a:p>
        </p:txBody>
      </p:sp>
      <p:pic>
        <p:nvPicPr>
          <p:cNvPr id="4" name="Image 0" descr="/Users/keshavperiwal/Documents Local/Semester 2/Project Time Series/Data/results/figures/pca_left_f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60120"/>
            <a:ext cx="9921240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 Right Foot Features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9.0%, PC2 7.6% explained variance.</a:t>
            </a:r>
            <a:endParaRPr lang="en-US" sz="900" dirty="0"/>
          </a:p>
        </p:txBody>
      </p:sp>
      <p:pic>
        <p:nvPicPr>
          <p:cNvPr id="4" name="Image 0" descr="/Users/keshavperiwal/Documents Local/Semester 2/Project Time Series/Data/results/figures/pca_right_f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60120"/>
            <a:ext cx="9921240" cy="501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 Combined Left + Right Features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9.1%, PC2 7.5% explained variance.</a:t>
            </a:r>
            <a:endParaRPr lang="en-US" sz="900" dirty="0"/>
          </a:p>
        </p:txBody>
      </p:sp>
      <p:pic>
        <p:nvPicPr>
          <p:cNvPr id="4" name="Image 0" descr="/Users/keshavperiwal/Documents Local/Semester 2/Project Time Series/Data/results/figures/pca_combined_f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932688"/>
            <a:ext cx="7635240" cy="4882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05088" y="1298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readout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32520" y="1755648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groups are not cleanly separable in the first two PCA axes.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Study/source effects and gait-speed differences may explain part of the structure.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supervised baseline slide quantifies what PCA alone cannot show visually.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Models Before Mamba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features add gait timing, COP, asymmetry, and wavelet descriptors to the TSFresh subject vectors.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" y="1078992"/>
            <a:ext cx="7269480" cy="310896"/>
          </a:xfrm>
          <a:prstGeom prst="rect">
            <a:avLst/>
          </a:prstGeom>
          <a:solidFill>
            <a:srgbClr val="0E6F73"/>
          </a:solidFill>
          <a:ln w="12700">
            <a:solidFill>
              <a:srgbClr val="0E6F73">
                <a:alpha val="0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078992"/>
          <a:ext cx="7269480" cy="4315968"/>
        </p:xfrm>
        <a:graphic>
          <a:graphicData uri="http://schemas.openxmlformats.org/drawingml/2006/table">
            <a:tbl>
              <a:tblPr/>
              <a:tblGrid>
                <a:gridCol w="1170432"/>
                <a:gridCol w="1600200"/>
                <a:gridCol w="1143000"/>
                <a:gridCol w="1234440"/>
                <a:gridCol w="1143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F1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F1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7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logistic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svm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logistic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trees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74.9%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83.9%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74.4%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logistic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73.9%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trees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rbf svm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366760" y="1261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mean test F1 is 80.1% from enhanced l1 logistic. The strongest linear SVM reaches 79.0% mean test accuracy on enhanced features, matching the meeting-slide baseline range.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66760" y="276148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Mamba/SSM model is implemented in this step.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is separate from the held-out test split in each fold.</a:t>
            </a:r>
            <a:endParaRPr lang="en-US" sz="1100" dirty="0"/>
          </a:p>
          <a:p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are stored in baseline_fold_metrics.csv and baseline_summary.csv.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| Time Series Project |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Time Series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Deliverable 1 Data Analysis</dc:title>
  <dc:subject>Deliverable 1 gait data analysis</dc:subject>
  <dc:creator>Codex</dc:creator>
  <cp:lastModifiedBy>Codex</cp:lastModifiedBy>
  <cp:revision>1</cp:revision>
  <dcterms:created xsi:type="dcterms:W3CDTF">2026-05-22T16:51:38Z</dcterms:created>
  <dcterms:modified xsi:type="dcterms:W3CDTF">2026-05-22T16:51:38Z</dcterms:modified>
</cp:coreProperties>
</file>