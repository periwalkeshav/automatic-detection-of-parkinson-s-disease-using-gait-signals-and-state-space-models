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8109c288d64fa6" /><Relationship Type="http://schemas.openxmlformats.org/officeDocument/2006/relationships/extended-properties" Target="/docProps/app.xml" Id="R425f784d21724b86" /><Relationship Type="http://schemas.openxmlformats.org/officeDocument/2006/relationships/officeDocument" Target="/ppt/presentation.xml" Id="R393bef8d714348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ffb88b83dd433b"/>
  </p:sldMasterIdLst>
  <p:notesMasterIdLst>
    <p:notesMasterId xmlns:r="http://schemas.openxmlformats.org/officeDocument/2006/relationships" r:id="Rf8d88d83065f4114"/>
  </p:notesMasterIdLst>
  <p:sldIdLst>
    <p:sldId xmlns:r="http://schemas.openxmlformats.org/officeDocument/2006/relationships" id="256" r:id="Ra0fa5b2b4dac46bf"/>
    <p:sldId xmlns:r="http://schemas.openxmlformats.org/officeDocument/2006/relationships" id="257" r:id="R6444d26f387d4cb7"/>
    <p:sldId xmlns:r="http://schemas.openxmlformats.org/officeDocument/2006/relationships" id="258" r:id="R03375d34afe342e4"/>
    <p:sldId xmlns:r="http://schemas.openxmlformats.org/officeDocument/2006/relationships" id="259" r:id="R38cddbfcd6204255"/>
    <p:sldId xmlns:r="http://schemas.openxmlformats.org/officeDocument/2006/relationships" id="260" r:id="Ra344ce43c84443fb"/>
    <p:sldId xmlns:r="http://schemas.openxmlformats.org/officeDocument/2006/relationships" id="261" r:id="Re895a38edcc8466b"/>
    <p:sldId xmlns:r="http://schemas.openxmlformats.org/officeDocument/2006/relationships" id="262" r:id="R018674d9572c42de"/>
    <p:sldId xmlns:r="http://schemas.openxmlformats.org/officeDocument/2006/relationships" id="263" r:id="R3a9011234877406f"/>
    <p:sldId xmlns:r="http://schemas.openxmlformats.org/officeDocument/2006/relationships" id="264" r:id="R366e5cd00f8c498e"/>
    <p:sldId xmlns:r="http://schemas.openxmlformats.org/officeDocument/2006/relationships" id="265" r:id="R78f2a5d07f914b90"/>
    <p:sldId xmlns:r="http://schemas.openxmlformats.org/officeDocument/2006/relationships" id="266" r:id="Re498d9e1e6bc4dc4"/>
    <p:sldId xmlns:r="http://schemas.openxmlformats.org/officeDocument/2006/relationships" id="267" r:id="R6d251d51d04b40d7"/>
    <p:sldId xmlns:r="http://schemas.openxmlformats.org/officeDocument/2006/relationships" id="268" r:id="R658264ea1a074ade"/>
    <p:sldId xmlns:r="http://schemas.openxmlformats.org/officeDocument/2006/relationships" id="269" r:id="R5f6afbdb6f3744c0"/>
    <p:sldId xmlns:r="http://schemas.openxmlformats.org/officeDocument/2006/relationships" id="270" r:id="Rc7927b934e514a65"/>
    <p:sldId xmlns:r="http://schemas.openxmlformats.org/officeDocument/2006/relationships" id="271" r:id="R17123a83dd394230"/>
    <p:sldId xmlns:r="http://schemas.openxmlformats.org/officeDocument/2006/relationships" id="272" r:id="R101035c9f4ce455b"/>
    <p:sldId xmlns:r="http://schemas.openxmlformats.org/officeDocument/2006/relationships" id="273" r:id="R0731d187013747b9"/>
    <p:sldId xmlns:r="http://schemas.openxmlformats.org/officeDocument/2006/relationships" id="274" r:id="R08721f2190964aac"/>
    <p:sldId xmlns:r="http://schemas.openxmlformats.org/officeDocument/2006/relationships" id="275" r:id="R57d407d0e8c94e61"/>
    <p:sldId xmlns:r="http://schemas.openxmlformats.org/officeDocument/2006/relationships" id="276" r:id="R69455e3ae16642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fb88b83dd433b" /><Relationship Type="http://schemas.openxmlformats.org/officeDocument/2006/relationships/theme" Target="/ppt/theme/theme1.xml" Id="Rb541384d33f24d7f" /><Relationship Type="http://schemas.openxmlformats.org/officeDocument/2006/relationships/notesMaster" Target="/ppt/notesMasters/notesMaster1.xml" Id="Rf8d88d83065f4114" /><Relationship Type="http://schemas.openxmlformats.org/officeDocument/2006/relationships/presProps" Target="/ppt/presProps.xml" Id="R183b94483ad54088" /><Relationship Type="http://schemas.openxmlformats.org/officeDocument/2006/relationships/viewProps" Target="/ppt/viewProps.xml" Id="Reb83173b84c44fe9" /><Relationship Type="http://schemas.openxmlformats.org/officeDocument/2006/relationships/tableStyles" Target="/ppt/tableStyles.xml" Id="R0aebc314e6ea4cd0" /><Relationship Type="http://schemas.openxmlformats.org/officeDocument/2006/relationships/slide" Target="/ppt/slides/slide1.xml" Id="Ra0fa5b2b4dac46bf" /><Relationship Type="http://schemas.openxmlformats.org/officeDocument/2006/relationships/slide" Target="/ppt/slides/slide2.xml" Id="R6444d26f387d4cb7" /><Relationship Type="http://schemas.openxmlformats.org/officeDocument/2006/relationships/slide" Target="/ppt/slides/slide3.xml" Id="R03375d34afe342e4" /><Relationship Type="http://schemas.openxmlformats.org/officeDocument/2006/relationships/slide" Target="/ppt/slides/slide4.xml" Id="R38cddbfcd6204255" /><Relationship Type="http://schemas.openxmlformats.org/officeDocument/2006/relationships/slide" Target="/ppt/slides/slide5.xml" Id="Ra344ce43c84443fb" /><Relationship Type="http://schemas.openxmlformats.org/officeDocument/2006/relationships/slide" Target="/ppt/slides/slide6.xml" Id="Re895a38edcc8466b" /><Relationship Type="http://schemas.openxmlformats.org/officeDocument/2006/relationships/slide" Target="/ppt/slides/slide7.xml" Id="R018674d9572c42de" /><Relationship Type="http://schemas.openxmlformats.org/officeDocument/2006/relationships/slide" Target="/ppt/slides/slide8.xml" Id="R3a9011234877406f" /><Relationship Type="http://schemas.openxmlformats.org/officeDocument/2006/relationships/slide" Target="/ppt/slides/slide9.xml" Id="R366e5cd00f8c498e" /><Relationship Type="http://schemas.openxmlformats.org/officeDocument/2006/relationships/slide" Target="/ppt/slides/slide10.xml" Id="R78f2a5d07f914b90" /><Relationship Type="http://schemas.openxmlformats.org/officeDocument/2006/relationships/slide" Target="/ppt/slides/slide11.xml" Id="Re498d9e1e6bc4dc4" /><Relationship Type="http://schemas.openxmlformats.org/officeDocument/2006/relationships/slide" Target="/ppt/slides/slide12.xml" Id="R6d251d51d04b40d7" /><Relationship Type="http://schemas.openxmlformats.org/officeDocument/2006/relationships/slide" Target="/ppt/slides/slide13.xml" Id="R658264ea1a074ade" /><Relationship Type="http://schemas.openxmlformats.org/officeDocument/2006/relationships/slide" Target="/ppt/slides/slide14.xml" Id="R5f6afbdb6f3744c0" /><Relationship Type="http://schemas.openxmlformats.org/officeDocument/2006/relationships/slide" Target="/ppt/slides/slide15.xml" Id="Rc7927b934e514a65" /><Relationship Type="http://schemas.openxmlformats.org/officeDocument/2006/relationships/slide" Target="/ppt/slides/slide16.xml" Id="R17123a83dd394230" /><Relationship Type="http://schemas.openxmlformats.org/officeDocument/2006/relationships/slide" Target="/ppt/slides/slide17.xml" Id="R101035c9f4ce455b" /><Relationship Type="http://schemas.openxmlformats.org/officeDocument/2006/relationships/slide" Target="/ppt/slides/slide18.xml" Id="R0731d187013747b9" /><Relationship Type="http://schemas.openxmlformats.org/officeDocument/2006/relationships/slide" Target="/ppt/slides/slide19.xml" Id="R08721f2190964aac" /><Relationship Type="http://schemas.openxmlformats.org/officeDocument/2006/relationships/slide" Target="/ppt/slides/slide20.xml" Id="R57d407d0e8c94e61" /><Relationship Type="http://schemas.openxmlformats.org/officeDocument/2006/relationships/slide" Target="/ppt/slides/slide21.xml" Id="R69455e3ae166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1e1546c9c4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FAU - Grau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AU - Grau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dfaa84757943e8" /><Relationship Type="http://schemas.openxmlformats.org/officeDocument/2006/relationships/notesMaster" Target="/ppt/notesMasters/notesMaster1.xml" Id="R4709aca00b864b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9ae8f391b04de4" /><Relationship Type="http://schemas.openxmlformats.org/officeDocument/2006/relationships/notesMaster" Target="/ppt/notesMasters/notesMaster1.xml" Id="R9d3081b231b5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f8cd94857643b2" /><Relationship Type="http://schemas.openxmlformats.org/officeDocument/2006/relationships/notesMaster" Target="/ppt/notesMasters/notesMaster1.xml" Id="Rd7a709e9472e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71e8e304f94c51" /><Relationship Type="http://schemas.openxmlformats.org/officeDocument/2006/relationships/notesMaster" Target="/ppt/notesMasters/notesMaster1.xml" Id="Rbdb908b92ee247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44a48414b4f77" /><Relationship Type="http://schemas.openxmlformats.org/officeDocument/2006/relationships/notesMaster" Target="/ppt/notesMasters/notesMaster1.xml" Id="Rf50385ac9f9c4e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80cb2c8af542de" /><Relationship Type="http://schemas.openxmlformats.org/officeDocument/2006/relationships/notesMaster" Target="/ppt/notesMasters/notesMaster1.xml" Id="R5337011c3adb4f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3a906366164213" /><Relationship Type="http://schemas.openxmlformats.org/officeDocument/2006/relationships/notesMaster" Target="/ppt/notesMasters/notesMaster1.xml" Id="R96e3c497c0614d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b4923791444bd6" /><Relationship Type="http://schemas.openxmlformats.org/officeDocument/2006/relationships/notesMaster" Target="/ppt/notesMasters/notesMaster1.xml" Id="Rc913e31149c147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d14eb8756439a" /><Relationship Type="http://schemas.openxmlformats.org/officeDocument/2006/relationships/notesMaster" Target="/ppt/notesMasters/notesMaster1.xml" Id="Rbb172ecc3f0148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a84b856b98462c" /><Relationship Type="http://schemas.openxmlformats.org/officeDocument/2006/relationships/notesMaster" Target="/ppt/notesMasters/notesMaster1.xml" Id="R1140d01d00184e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09eb6a50b140c1" /><Relationship Type="http://schemas.openxmlformats.org/officeDocument/2006/relationships/notesMaster" Target="/ppt/notesMasters/notesMaster1.xml" Id="R5c8f8361a9de4f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5601279dab4e23" /><Relationship Type="http://schemas.openxmlformats.org/officeDocument/2006/relationships/notesMaster" Target="/ppt/notesMasters/notesMaster1.xml" Id="Raa6d2c7afbd748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60537267224a4f" /><Relationship Type="http://schemas.openxmlformats.org/officeDocument/2006/relationships/notesMaster" Target="/ppt/notesMasters/notesMaster1.xml" Id="Re342eb5729ca4c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41c9f7c3f740ef" /><Relationship Type="http://schemas.openxmlformats.org/officeDocument/2006/relationships/notesMaster" Target="/ppt/notesMasters/notesMaster1.xml" Id="Rc1eb9ea3b2d14c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21a546c108400f" /><Relationship Type="http://schemas.openxmlformats.org/officeDocument/2006/relationships/notesMaster" Target="/ppt/notesMasters/notesMaster1.xml" Id="R4e5aa7e3942a4b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70a48688c748cb" /><Relationship Type="http://schemas.openxmlformats.org/officeDocument/2006/relationships/notesMaster" Target="/ppt/notesMasters/notesMaster1.xml" Id="Raa58e4a4a3ca40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605e463c704706" /><Relationship Type="http://schemas.openxmlformats.org/officeDocument/2006/relationships/notesMaster" Target="/ppt/notesMasters/notesMaster1.xml" Id="R21de8716e56847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d3dcda48974c05" /><Relationship Type="http://schemas.openxmlformats.org/officeDocument/2006/relationships/notesMaster" Target="/ppt/notesMasters/notesMaster1.xml" Id="R7610b09dc06c4c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7ebdd4320f4d37" /><Relationship Type="http://schemas.openxmlformats.org/officeDocument/2006/relationships/notesMaster" Target="/ppt/notesMasters/notesMaster1.xml" Id="Ref589cf10f7843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ee5613c57e4274" /><Relationship Type="http://schemas.openxmlformats.org/officeDocument/2006/relationships/notesMaster" Target="/ppt/notesMasters/notesMaster1.xml" Id="R142aed6990e840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4a55f4924d54de8" /><Relationship Type="http://schemas.openxmlformats.org/officeDocument/2006/relationships/notesMaster" Target="/ppt/notesMasters/notesMaster1.xml" Id="R547f8f8854454d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edbf2c1944d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77f91cba94c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e88e8a9b84c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bb2af68af43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eccd44844403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ae3af3eb4468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cad5f6c474a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fe1b34f8c43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87e143c7b47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438cab8ff4c7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3beeb10a2400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9ebc91bc1476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3c8760091408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eeebd0b76443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6afcd4ab243b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06c8e20174eb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39986873c42b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bd54c7a1d401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a2a7df53642e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ebd41bb724936" /></Relationships>
</file>

<file path=ppt/slideLayouts/slideLayout2.xml><?xml version="1.0" encoding="utf-8"?>
<p:sldLayout xmlns:p="http://schemas.openxmlformats.org/presentationml/2006/main">
  <p:cSld name="Titelbild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Textplatzhalter 167">
            <a:extLst xmlns:a="http://schemas.openxmlformats.org/drawingml/2006/main"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/>
          <p:nvPr>
            <p:ph type="body" idx="11"/>
          </p:nvPr>
        </p:nvSpPr>
        <p:spPr>
          <a:xfrm xmlns:a="http://schemas.openxmlformats.org/drawingml/2006/main">
            <a:off x="0" y="1628775"/>
            <a:ext cx="12192000" cy="5229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/>
          </a:gradFill>
        </p:spPr>
        <p:txBody>
          <a:bodyPr xmlns:a="http://schemas.openxmlformats.org/drawingml/2006/main" vert="horz" wrap="square" lIns="540000" tIns="1188000" rIns="0" bIns="0" anchor="t">
            <a:noAutofit/>
          </a:bodyPr>
          <a:lstStyle xmlns:a="http://schemas.openxmlformats.org/drawingml/2006/main">
            <a:lvl1pPr>
              <a:buNone/>
              <a:defRPr sz="40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165" name="Bildplatzhalter 60">
            <a:extLst xmlns:a="http://schemas.openxmlformats.org/drawingml/2006/main"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0" y="1628775"/>
            <a:ext cx="12192000" cy="52292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20163" y="2913731"/>
            <a:ext cx="4979505" cy="1030539"/>
          </a:xfrm>
        </p:spPr>
        <p:txBody>
          <a:bodyPr xmlns:a="http://schemas.openxmlformats.org/drawingml/2006/main" wrap="none" tIns="0" rIns="0"/>
          <a:lstStyle xmlns:a="http://schemas.openxmlformats.org/drawingml/2006/main">
            <a:lvl1pPr algn="l">
              <a:lnSpc>
                <a:spcPct val="110000"/>
              </a:lnSpc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Bildplatzhalter 5">
            <a:extLst xmlns:a="http://schemas.openxmlformats.org/drawingml/2006/main">
              <a:ext uri="{FF2B5EF4-FFF2-40B4-BE49-F238E27FC236}">
                <a16:creationId xmlns:a16="http://schemas.microsoft.com/office/drawing/2014/main" id="{C57D42AF-3546-4E5C-A6CE-EE502D18902F}"/>
              </a:ext>
            </a:extLst>
          </p:cNvPr>
          <p:cNvSpPr/>
          <p:nvPr>
            <p:ph type="pic" idx="12"/>
          </p:nvPr>
        </p:nvSpPr>
        <p:spPr>
          <a:xfrm xmlns:a="http://schemas.openxmlformats.org/drawingml/2006/main">
            <a:off x="6524462" y="300704"/>
            <a:ext cx="1731896" cy="5359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948060" y="2354711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1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/>
          <p:nvPr>
            <p:ph type="body" idx="16"/>
          </p:nvPr>
        </p:nvSpPr>
        <p:spPr>
          <a:xfrm xmlns:a="http://schemas.openxmlformats.org/drawingml/2006/main">
            <a:off x="518318" y="2354711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948060" y="4525376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13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/>
          <p:nvPr>
            <p:ph type="body" idx="18"/>
          </p:nvPr>
        </p:nvSpPr>
        <p:spPr>
          <a:xfrm xmlns:a="http://schemas.openxmlformats.org/drawingml/2006/main">
            <a:off x="518318" y="4525376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/>
          <p:nvPr>
            <p:ph type="body" idx="19"/>
          </p:nvPr>
        </p:nvSpPr>
        <p:spPr>
          <a:xfrm xmlns:a="http://schemas.openxmlformats.org/drawingml/2006/main">
            <a:off x="948060" y="3078266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/>
          <p:nvPr>
            <p:ph type="body" idx="20"/>
          </p:nvPr>
        </p:nvSpPr>
        <p:spPr>
          <a:xfrm xmlns:a="http://schemas.openxmlformats.org/drawingml/2006/main">
            <a:off x="518318" y="3078266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/>
          <p:nvPr>
            <p:ph type="body" idx="21"/>
          </p:nvPr>
        </p:nvSpPr>
        <p:spPr>
          <a:xfrm xmlns:a="http://schemas.openxmlformats.org/drawingml/2006/main">
            <a:off x="948060" y="3801821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/>
          <p:nvPr>
            <p:ph type="body" idx="22"/>
          </p:nvPr>
        </p:nvSpPr>
        <p:spPr>
          <a:xfrm xmlns:a="http://schemas.openxmlformats.org/drawingml/2006/main">
            <a:off x="518318" y="3801821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4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/>
          <p:nvPr>
            <p:ph type="body" idx="23"/>
          </p:nvPr>
        </p:nvSpPr>
        <p:spPr>
          <a:xfrm xmlns:a="http://schemas.openxmlformats.org/drawingml/2006/main">
            <a:off x="948060" y="5248930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25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/>
          <p:nvPr>
            <p:ph type="body" idx="24"/>
          </p:nvPr>
        </p:nvSpPr>
        <p:spPr>
          <a:xfrm xmlns:a="http://schemas.openxmlformats.org/drawingml/2006/main">
            <a:off x="518318" y="5248930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/>
          <p:nvPr>
            <p:ph type="body" idx="25"/>
          </p:nvPr>
        </p:nvSpPr>
        <p:spPr>
          <a:xfrm xmlns:a="http://schemas.openxmlformats.org/drawingml/2006/main">
            <a:off x="6636190" y="1632184"/>
            <a:ext cx="5039873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2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/>
          <p:nvPr>
            <p:ph type="body" idx="26"/>
          </p:nvPr>
        </p:nvSpPr>
        <p:spPr>
          <a:xfrm xmlns:a="http://schemas.openxmlformats.org/drawingml/2006/main">
            <a:off x="6206332" y="1632184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/>
          <p:nvPr>
            <p:ph type="body" idx="27"/>
          </p:nvPr>
        </p:nvSpPr>
        <p:spPr>
          <a:xfrm xmlns:a="http://schemas.openxmlformats.org/drawingml/2006/main">
            <a:off x="6636190" y="2355533"/>
            <a:ext cx="5039873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2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/>
          <p:nvPr>
            <p:ph type="body" idx="28"/>
          </p:nvPr>
        </p:nvSpPr>
        <p:spPr>
          <a:xfrm xmlns:a="http://schemas.openxmlformats.org/drawingml/2006/main">
            <a:off x="6206332" y="2355533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/>
          <p:nvPr>
            <p:ph type="body" idx="29"/>
          </p:nvPr>
        </p:nvSpPr>
        <p:spPr>
          <a:xfrm xmlns:a="http://schemas.openxmlformats.org/drawingml/2006/main">
            <a:off x="6636190" y="4525580"/>
            <a:ext cx="5039873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/>
          <p:nvPr>
            <p:ph type="body" idx="30"/>
          </p:nvPr>
        </p:nvSpPr>
        <p:spPr>
          <a:xfrm xmlns:a="http://schemas.openxmlformats.org/drawingml/2006/main">
            <a:off x="6206332" y="4525580"/>
            <a:ext cx="30784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/>
          <p:nvPr>
            <p:ph type="body" idx="31"/>
          </p:nvPr>
        </p:nvSpPr>
        <p:spPr>
          <a:xfrm xmlns:a="http://schemas.openxmlformats.org/drawingml/2006/main">
            <a:off x="6636190" y="3078882"/>
            <a:ext cx="5039873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3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/>
          <p:nvPr>
            <p:ph type="body" idx="32"/>
          </p:nvPr>
        </p:nvSpPr>
        <p:spPr>
          <a:xfrm xmlns:a="http://schemas.openxmlformats.org/drawingml/2006/main">
            <a:off x="6206332" y="3078882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4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/>
          <p:nvPr>
            <p:ph type="body" idx="33"/>
          </p:nvPr>
        </p:nvSpPr>
        <p:spPr>
          <a:xfrm xmlns:a="http://schemas.openxmlformats.org/drawingml/2006/main">
            <a:off x="6636190" y="3802231"/>
            <a:ext cx="5039873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5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/>
          <p:nvPr>
            <p:ph type="body" idx="34"/>
          </p:nvPr>
        </p:nvSpPr>
        <p:spPr>
          <a:xfrm xmlns:a="http://schemas.openxmlformats.org/drawingml/2006/main">
            <a:off x="6206332" y="3802231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/>
          <p:nvPr>
            <p:ph type="body" idx="35"/>
          </p:nvPr>
        </p:nvSpPr>
        <p:spPr>
          <a:xfrm xmlns:a="http://schemas.openxmlformats.org/drawingml/2006/main">
            <a:off x="6636190" y="5248930"/>
            <a:ext cx="5039873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/>
          <p:nvPr>
            <p:ph type="body" idx="36"/>
          </p:nvPr>
        </p:nvSpPr>
        <p:spPr>
          <a:xfrm xmlns:a="http://schemas.openxmlformats.org/drawingml/2006/main">
            <a:off x="6206332" y="5248930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18318" y="301185"/>
            <a:ext cx="6844385" cy="33239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948060" y="1631156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4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518318" y="1631156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Agenda | mit 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/>
          <p:nvPr>
            <p:ph type="pic" idx="25"/>
          </p:nvPr>
        </p:nvSpPr>
        <p:spPr>
          <a:xfrm xmlns:a="http://schemas.openxmlformats.org/drawingml/2006/main">
            <a:off x="6206329" y="1631156"/>
            <a:ext cx="5469732" cy="39511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/>
          <p:nvPr>
            <p:ph type="body" idx="26"/>
          </p:nvPr>
        </p:nvSpPr>
        <p:spPr>
          <a:xfrm xmlns:a="http://schemas.openxmlformats.org/drawingml/2006/main">
            <a:off x="6206329" y="5690271"/>
            <a:ext cx="5469732" cy="5110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lnSpc>
                <a:spcPct val="110000"/>
              </a:lnSpc>
              <a:spcAft>
                <a:spcPts val="0"/>
              </a:spcAft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23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948060" y="2354711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2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/>
          <p:nvPr>
            <p:ph type="body" idx="16"/>
          </p:nvPr>
        </p:nvSpPr>
        <p:spPr>
          <a:xfrm xmlns:a="http://schemas.openxmlformats.org/drawingml/2006/main">
            <a:off x="518318" y="2354711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948060" y="4525376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2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/>
          <p:nvPr>
            <p:ph type="body" idx="18"/>
          </p:nvPr>
        </p:nvSpPr>
        <p:spPr>
          <a:xfrm xmlns:a="http://schemas.openxmlformats.org/drawingml/2006/main">
            <a:off x="518318" y="4525376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/>
          <p:nvPr>
            <p:ph type="body" idx="19"/>
          </p:nvPr>
        </p:nvSpPr>
        <p:spPr>
          <a:xfrm xmlns:a="http://schemas.openxmlformats.org/drawingml/2006/main">
            <a:off x="948060" y="3078266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/>
          <p:nvPr>
            <p:ph type="body" idx="20"/>
          </p:nvPr>
        </p:nvSpPr>
        <p:spPr>
          <a:xfrm xmlns:a="http://schemas.openxmlformats.org/drawingml/2006/main">
            <a:off x="518318" y="3078266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/>
          <p:nvPr>
            <p:ph type="body" idx="21"/>
          </p:nvPr>
        </p:nvSpPr>
        <p:spPr>
          <a:xfrm xmlns:a="http://schemas.openxmlformats.org/drawingml/2006/main">
            <a:off x="948060" y="3801821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/>
          <p:nvPr>
            <p:ph type="body" idx="22"/>
          </p:nvPr>
        </p:nvSpPr>
        <p:spPr>
          <a:xfrm xmlns:a="http://schemas.openxmlformats.org/drawingml/2006/main">
            <a:off x="518318" y="3801821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3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/>
          <p:nvPr>
            <p:ph type="body" idx="23"/>
          </p:nvPr>
        </p:nvSpPr>
        <p:spPr>
          <a:xfrm xmlns:a="http://schemas.openxmlformats.org/drawingml/2006/main">
            <a:off x="948060" y="5248930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4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/>
          <p:nvPr>
            <p:ph type="body" idx="24"/>
          </p:nvPr>
        </p:nvSpPr>
        <p:spPr>
          <a:xfrm xmlns:a="http://schemas.openxmlformats.org/drawingml/2006/main">
            <a:off x="518318" y="5248930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5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948060" y="1631156"/>
            <a:ext cx="5039989" cy="281103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3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518318" y="1631156"/>
            <a:ext cx="320601" cy="281103"/>
          </a:xfrm>
        </p:spPr>
        <p:txBody>
          <a:bodyPr xmlns:a="http://schemas.openxmlformats.org/drawingml/2006/main" wrap="none" rIns="0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rgbClr val="8C9FB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4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Kapiteltrenner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18318" y="2875002"/>
            <a:ext cx="11157743" cy="1107996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3" name="Bildplatzhalter 5">
            <a:extLst xmlns:a="http://schemas.openxmlformats.org/drawingml/2006/main">
              <a:ext uri="{FF2B5EF4-FFF2-40B4-BE49-F238E27FC236}">
                <a16:creationId xmlns:a16="http://schemas.microsoft.com/office/drawing/2014/main" id="{CAB30A8B-90D6-40BD-B6B3-7F2BDEC89581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6524462" y="300704"/>
            <a:ext cx="1731896" cy="5359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Text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518317" y="1631156"/>
            <a:ext cx="11157745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Textfolie | zweispalt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518318" y="1631156"/>
            <a:ext cx="5469732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6206329" y="1631156"/>
            <a:ext cx="5469732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Textfolie | dreispalt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11482099" y="6634666"/>
            <a:ext cx="193964" cy="1231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/>
          <p:nvPr>
            <p:ph type="body" idx="16"/>
          </p:nvPr>
        </p:nvSpPr>
        <p:spPr>
          <a:xfrm xmlns:a="http://schemas.openxmlformats.org/drawingml/2006/main">
            <a:off x="518318" y="1631157"/>
            <a:ext cx="3568821" cy="45696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8107242" y="1631157"/>
            <a:ext cx="3568821" cy="45696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/>
          <p:nvPr>
            <p:ph type="body" idx="18"/>
          </p:nvPr>
        </p:nvSpPr>
        <p:spPr>
          <a:xfrm xmlns:a="http://schemas.openxmlformats.org/drawingml/2006/main">
            <a:off x="4312780" y="1631157"/>
            <a:ext cx="3568821" cy="45696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ext- Bild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518318" y="1631156"/>
            <a:ext cx="5469732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/>
          <p:nvPr>
            <p:ph type="pic" idx="25"/>
          </p:nvPr>
        </p:nvSpPr>
        <p:spPr>
          <a:xfrm xmlns:a="http://schemas.openxmlformats.org/drawingml/2006/main">
            <a:off x="6206329" y="1631155"/>
            <a:ext cx="5469732" cy="45696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Bild- Text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/>
          <p:nvPr>
            <p:ph type="pic" idx="25"/>
          </p:nvPr>
        </p:nvSpPr>
        <p:spPr>
          <a:xfrm xmlns:a="http://schemas.openxmlformats.org/drawingml/2006/main">
            <a:off x="518318" y="1631155"/>
            <a:ext cx="5469732" cy="45696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11482099" y="6634666"/>
            <a:ext cx="193964" cy="1231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6206331" y="1631156"/>
            <a:ext cx="5469732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Bildfolie | mit Stör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518319" y="3431381"/>
            <a:ext cx="3571200" cy="2769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lIns="180000" tIns="180000" rIns="360000" bIns="18000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Bildfolie | 1x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itel 12">
            <a:extLst xmlns:a="http://schemas.openxmlformats.org/drawingml/2006/main"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/>
          <p:nvPr>
            <p:ph type="pic" idx="25"/>
          </p:nvPr>
        </p:nvSpPr>
        <p:spPr>
          <a:xfrm xmlns:a="http://schemas.openxmlformats.org/drawingml/2006/main">
            <a:off x="518317" y="1631156"/>
            <a:ext cx="11157746" cy="39511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/>
          <p:nvPr>
            <p:ph type="body" idx="26"/>
          </p:nvPr>
        </p:nvSpPr>
        <p:spPr>
          <a:xfrm xmlns:a="http://schemas.openxmlformats.org/drawingml/2006/main">
            <a:off x="518317" y="5690271"/>
            <a:ext cx="11157746" cy="5110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lnSpc>
                <a:spcPct val="110000"/>
              </a:lnSpc>
              <a:spcAft>
                <a:spcPts val="0"/>
              </a:spcAft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Bildfolie | 2x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11482099" y="6634666"/>
            <a:ext cx="193964" cy="1231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/>
          <p:nvPr>
            <p:ph type="pic" idx="25"/>
          </p:nvPr>
        </p:nvSpPr>
        <p:spPr>
          <a:xfrm xmlns:a="http://schemas.openxmlformats.org/drawingml/2006/main">
            <a:off x="518317" y="1631156"/>
            <a:ext cx="5469732" cy="39511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/>
          <p:nvPr>
            <p:ph type="body" idx="26"/>
          </p:nvPr>
        </p:nvSpPr>
        <p:spPr>
          <a:xfrm xmlns:a="http://schemas.openxmlformats.org/drawingml/2006/main">
            <a:off x="518317" y="5690271"/>
            <a:ext cx="5469732" cy="5110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lnSpc>
                <a:spcPct val="110000"/>
              </a:lnSpc>
              <a:spcAft>
                <a:spcPts val="0"/>
              </a:spcAft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6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/>
          <p:nvPr>
            <p:ph type="pic" idx="27"/>
          </p:nvPr>
        </p:nvSpPr>
        <p:spPr>
          <a:xfrm xmlns:a="http://schemas.openxmlformats.org/drawingml/2006/main">
            <a:off x="6206331" y="1631156"/>
            <a:ext cx="5469732" cy="39511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/>
          <p:nvPr>
            <p:ph type="body" idx="28"/>
          </p:nvPr>
        </p:nvSpPr>
        <p:spPr>
          <a:xfrm xmlns:a="http://schemas.openxmlformats.org/drawingml/2006/main">
            <a:off x="6206331" y="5690271"/>
            <a:ext cx="5469732" cy="5110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lnSpc>
                <a:spcPct val="110000"/>
              </a:lnSpc>
              <a:spcAft>
                <a:spcPts val="0"/>
              </a:spcAft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2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Bildfolie | 3x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11482099" y="6634666"/>
            <a:ext cx="193964" cy="1231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itel 17">
            <a:extLst xmlns:a="http://schemas.openxmlformats.org/drawingml/2006/main"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/>
          <p:nvPr>
            <p:ph type="pic" idx="25"/>
          </p:nvPr>
        </p:nvSpPr>
        <p:spPr>
          <a:xfrm xmlns:a="http://schemas.openxmlformats.org/drawingml/2006/main">
            <a:off x="518317" y="1631156"/>
            <a:ext cx="3569758" cy="39511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/>
          <p:nvPr>
            <p:ph type="body" idx="26"/>
          </p:nvPr>
        </p:nvSpPr>
        <p:spPr>
          <a:xfrm xmlns:a="http://schemas.openxmlformats.org/drawingml/2006/main">
            <a:off x="518317" y="5690271"/>
            <a:ext cx="3569758" cy="5110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lnSpc>
                <a:spcPct val="110000"/>
              </a:lnSpc>
              <a:spcAft>
                <a:spcPts val="0"/>
              </a:spcAft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23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/>
          <p:nvPr>
            <p:ph type="pic" idx="27"/>
          </p:nvPr>
        </p:nvSpPr>
        <p:spPr>
          <a:xfrm xmlns:a="http://schemas.openxmlformats.org/drawingml/2006/main">
            <a:off x="8106305" y="1631156"/>
            <a:ext cx="3569758" cy="39511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/>
          <p:nvPr>
            <p:ph type="body" idx="28"/>
          </p:nvPr>
        </p:nvSpPr>
        <p:spPr>
          <a:xfrm xmlns:a="http://schemas.openxmlformats.org/drawingml/2006/main">
            <a:off x="8106305" y="5690271"/>
            <a:ext cx="3569758" cy="5110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lnSpc>
                <a:spcPct val="110000"/>
              </a:lnSpc>
              <a:spcAft>
                <a:spcPts val="0"/>
              </a:spcAft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25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/>
          <p:nvPr>
            <p:ph type="pic" idx="29"/>
          </p:nvPr>
        </p:nvSpPr>
        <p:spPr>
          <a:xfrm xmlns:a="http://schemas.openxmlformats.org/drawingml/2006/main">
            <a:off x="4312311" y="1631156"/>
            <a:ext cx="3569758" cy="39511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/>
          <p:nvPr>
            <p:ph type="body" idx="30"/>
          </p:nvPr>
        </p:nvSpPr>
        <p:spPr>
          <a:xfrm xmlns:a="http://schemas.openxmlformats.org/drawingml/2006/main">
            <a:off x="4312311" y="5690271"/>
            <a:ext cx="3569758" cy="5110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lnSpc>
                <a:spcPct val="110000"/>
              </a:lnSpc>
              <a:spcAft>
                <a:spcPts val="0"/>
              </a:spcAft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4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Inhalts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Inhaltsplatzhalter 7">
            <a:extLst xmlns:a="http://schemas.openxmlformats.org/drawingml/2006/main"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/>
          <p:nvPr>
            <p:ph idx="14"/>
          </p:nvPr>
        </p:nvSpPr>
        <p:spPr>
          <a:xfrm xmlns:a="http://schemas.openxmlformats.org/drawingml/2006/main">
            <a:off x="518317" y="1631156"/>
            <a:ext cx="11155366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Inhaltsfolie | zweispalt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11482099" y="6634666"/>
            <a:ext cx="193964" cy="1231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Inhaltsplatzhalter 7">
            <a:extLst xmlns:a="http://schemas.openxmlformats.org/drawingml/2006/main"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/>
          <p:nvPr>
            <p:ph idx="14"/>
          </p:nvPr>
        </p:nvSpPr>
        <p:spPr>
          <a:xfrm xmlns:a="http://schemas.openxmlformats.org/drawingml/2006/main">
            <a:off x="518317" y="1631156"/>
            <a:ext cx="5469733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Inhaltsplatzhalter 7">
            <a:extLst xmlns:a="http://schemas.openxmlformats.org/drawingml/2006/main"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/>
          <p:nvPr>
            <p:ph idx="39"/>
          </p:nvPr>
        </p:nvSpPr>
        <p:spPr>
          <a:xfrm xmlns:a="http://schemas.openxmlformats.org/drawingml/2006/main">
            <a:off x="6206330" y="1631156"/>
            <a:ext cx="5469733" cy="45696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40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Inhaltsfolie | mi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8104861" y="1631156"/>
            <a:ext cx="3571200" cy="456962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Inhaltsplatzhalter 7">
            <a:extLst xmlns:a="http://schemas.openxmlformats.org/drawingml/2006/main"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/>
          <p:nvPr>
            <p:ph idx="16"/>
          </p:nvPr>
        </p:nvSpPr>
        <p:spPr>
          <a:xfrm xmlns:a="http://schemas.openxmlformats.org/drawingml/2006/main">
            <a:off x="518317" y="1631157"/>
            <a:ext cx="7363752" cy="456962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Nur Titel | Grau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0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/>
          <p:nvPr>
            <p:ph type="body" idx="23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chemeClr val="tx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2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Nur Titel | weiß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Zitat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platzhalter 8">
            <a:extLst xmlns:a="http://schemas.openxmlformats.org/drawingml/2006/main"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/>
          <p:nvPr>
            <p:ph type="body" idx="24"/>
          </p:nvPr>
        </p:nvSpPr>
        <p:spPr>
          <a:xfrm xmlns:a="http://schemas.openxmlformats.org/drawingml/2006/main">
            <a:off x="2497190" y="2835964"/>
            <a:ext cx="7200000" cy="2160000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2000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 xmlns:a="http://schemas.openxmlformats.org/drawingml/2006/main"/>
        </p:txBody>
      </p:sp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/>
          <p:nvPr>
            <p:ph type="body" idx="37"/>
          </p:nvPr>
        </p:nvSpPr>
        <p:spPr>
          <a:xfrm xmlns:a="http://schemas.openxmlformats.org/drawingml/2006/main">
            <a:off x="518317" y="687598"/>
            <a:ext cx="6844385" cy="249812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041E4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/>
          <p:nvPr>
            <p:ph type="pic" idx="39"/>
          </p:nvPr>
        </p:nvSpPr>
        <p:spPr>
          <a:xfrm xmlns:a="http://schemas.openxmlformats.org/drawingml/2006/main">
            <a:off x="7900146" y="301185"/>
            <a:ext cx="1080000" cy="386413"/>
          </a:xfrm>
        </p:spPr>
        <p:txBody>
          <a:bodyPr xmlns:a="http://schemas.openxmlformats.org/drawingml/2006/main" rIns="0" anchor="ctr">
            <a:normAutofit/>
          </a:bodyPr>
          <a:lstStyle xmlns:a="http://schemas.openxmlformats.org/drawingml/2006/main">
            <a:lvl1pPr algn="ctr">
              <a:buNone/>
              <a:defRPr sz="800">
                <a:solidFill>
                  <a:schemeClr val="accent6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Schlussfoli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platzhalter 167">
            <a:extLst xmlns:a="http://schemas.openxmlformats.org/drawingml/2006/main"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/>
          <p:nvPr>
            <p:ph type="body" idx="12"/>
          </p:nvPr>
        </p:nvSpPr>
        <p:spPr>
          <a:xfrm xmlns:a="http://schemas.openxmlformats.org/drawingml/2006/main">
            <a:off x="0" y="1628775"/>
            <a:ext cx="12192000" cy="5229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/>
          </a:gradFill>
        </p:spPr>
        <p:txBody>
          <a:bodyPr xmlns:a="http://schemas.openxmlformats.org/drawingml/2006/main" vert="horz" wrap="square" lIns="540000" tIns="1188000" rIns="0" bIns="0" anchor="t">
            <a:noAutofit/>
          </a:bodyPr>
          <a:lstStyle xmlns:a="http://schemas.openxmlformats.org/drawingml/2006/main">
            <a:lvl1pPr>
              <a:buNone/>
              <a:defRPr sz="40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59" name="Bildplatzhalter 60">
            <a:extLst xmlns:a="http://schemas.openxmlformats.org/drawingml/2006/main"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0" y="1628775"/>
            <a:ext cx="12192000" cy="52292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Textplatzhalter 64">
            <a:extLst xmlns:a="http://schemas.openxmlformats.org/drawingml/2006/main"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518317" y="2647985"/>
            <a:ext cx="11157745" cy="1562031"/>
          </a:xfrm>
        </p:spPr>
        <p:txBody>
          <a:bodyPr xmlns:a="http://schemas.openxmlformats.org/drawingml/2006/main" vert="horz" wrap="square" lIns="0" tIns="0" rIns="360000" bIns="0" anchor="ctr">
            <a:spAutoFit/>
          </a:bodyPr>
          <a:lstStyle xmlns:a="http://schemas.openxmlformats.org/drawingml/2006/main">
            <a:lvl1pPr>
              <a:spcAft>
                <a:spcPts val="0"/>
              </a:spcAft>
              <a:buNone/>
              <a:defRPr sz="48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116" name="Bildplatzhalter 5">
            <a:extLst xmlns:a="http://schemas.openxmlformats.org/drawingml/2006/main">
              <a:ext uri="{FF2B5EF4-FFF2-40B4-BE49-F238E27FC236}">
                <a16:creationId xmlns:a16="http://schemas.microsoft.com/office/drawing/2014/main" id="{4C618683-19C6-4A0D-9AA3-732A402B26C7}"/>
              </a:ext>
            </a:extLst>
          </p:cNvPr>
          <p:cNvSpPr/>
          <p:nvPr>
            <p:ph type="pic" idx="14"/>
          </p:nvPr>
        </p:nvSpPr>
        <p:spPr>
          <a:xfrm xmlns:a="http://schemas.openxmlformats.org/drawingml/2006/main">
            <a:off x="6524462" y="300704"/>
            <a:ext cx="1731896" cy="5359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b2d942089264ec2" /><Relationship Type="http://schemas.openxmlformats.org/officeDocument/2006/relationships/slideLayout" Target="/ppt/slideLayouts/slideLayout2.xml" Id="Rf4cd0df43ea14b8b" /><Relationship Type="http://schemas.openxmlformats.org/officeDocument/2006/relationships/slideLayout" Target="/ppt/slideLayouts/slideLayout3.xml" Id="Re027b5a035df4f8a" /><Relationship Type="http://schemas.openxmlformats.org/officeDocument/2006/relationships/slideLayout" Target="/ppt/slideLayouts/slideLayout4.xml" Id="Re70f19bf0703425a" /><Relationship Type="http://schemas.openxmlformats.org/officeDocument/2006/relationships/slideLayout" Target="/ppt/slideLayouts/slideLayout5.xml" Id="Rbb37cb87eb364fe9" /><Relationship Type="http://schemas.openxmlformats.org/officeDocument/2006/relationships/slideLayout" Target="/ppt/slideLayouts/slideLayout6.xml" Id="R150bf64e888d40cd" /><Relationship Type="http://schemas.openxmlformats.org/officeDocument/2006/relationships/slideLayout" Target="/ppt/slideLayouts/slideLayout7.xml" Id="Re98fd51d5c0d41bd" /><Relationship Type="http://schemas.openxmlformats.org/officeDocument/2006/relationships/slideLayout" Target="/ppt/slideLayouts/slideLayout8.xml" Id="R764b3425c84a46e9" /><Relationship Type="http://schemas.openxmlformats.org/officeDocument/2006/relationships/slideLayout" Target="/ppt/slideLayouts/slideLayout9.xml" Id="R21231305c6ce4a43" /><Relationship Type="http://schemas.openxmlformats.org/officeDocument/2006/relationships/slideLayout" Target="/ppt/slideLayouts/slideLayout10.xml" Id="Rb8c850c0752547fc" /><Relationship Type="http://schemas.openxmlformats.org/officeDocument/2006/relationships/slideLayout" Target="/ppt/slideLayouts/slideLayout11.xml" Id="Re186fbb621eb4a51" /><Relationship Type="http://schemas.openxmlformats.org/officeDocument/2006/relationships/slideLayout" Target="/ppt/slideLayouts/slideLayout12.xml" Id="R02a205d3028b40df" /><Relationship Type="http://schemas.openxmlformats.org/officeDocument/2006/relationships/slideLayout" Target="/ppt/slideLayouts/slideLayout13.xml" Id="Rcbecac6d617c464b" /><Relationship Type="http://schemas.openxmlformats.org/officeDocument/2006/relationships/slideLayout" Target="/ppt/slideLayouts/slideLayout14.xml" Id="Rc9a04e3694d34fd4" /><Relationship Type="http://schemas.openxmlformats.org/officeDocument/2006/relationships/slideLayout" Target="/ppt/slideLayouts/slideLayout15.xml" Id="Ra35f079bde8e4292" /><Relationship Type="http://schemas.openxmlformats.org/officeDocument/2006/relationships/slideLayout" Target="/ppt/slideLayouts/slideLayout16.xml" Id="Rfda7718e37244c3a" /><Relationship Type="http://schemas.openxmlformats.org/officeDocument/2006/relationships/slideLayout" Target="/ppt/slideLayouts/slideLayout17.xml" Id="R0840057e21cf4ea9" /><Relationship Type="http://schemas.openxmlformats.org/officeDocument/2006/relationships/slideLayout" Target="/ppt/slideLayouts/slideLayout18.xml" Id="R6a248e3ae7164e6a" /><Relationship Type="http://schemas.openxmlformats.org/officeDocument/2006/relationships/slideLayout" Target="/ppt/slideLayouts/slideLayout19.xml" Id="R35baad59269f403e" /><Relationship Type="http://schemas.openxmlformats.org/officeDocument/2006/relationships/slideLayout" Target="/ppt/slideLayouts/slideLayout20.xml" Id="Rd9dc12270e8e4d40" /><Relationship Type="http://schemas.openxmlformats.org/officeDocument/2006/relationships/slideLayout" Target="/ppt/slideLayouts/slideLayout21.xml" Id="Rfff2fa9e75454b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18318" y="301185"/>
            <a:ext cx="6844385" cy="3323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18319" y="1631156"/>
            <a:ext cx="11157744" cy="4569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36000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10417351" y="6634666"/>
            <a:ext cx="849593" cy="123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t">
            <a:spAutoFit/>
          </a:bodyPr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518319" y="6634666"/>
            <a:ext cx="5469732" cy="123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482099" y="6634666"/>
            <a:ext cx="193964" cy="123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t">
            <a:spAutoFit/>
          </a:bodyPr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d0df43ea14b8b"/>
    <p:sldLayoutId xmlns:r="http://schemas.openxmlformats.org/officeDocument/2006/relationships" id="2147483650" r:id="Re027b5a035df4f8a"/>
    <p:sldLayoutId xmlns:r="http://schemas.openxmlformats.org/officeDocument/2006/relationships" id="2147483651" r:id="Re70f19bf0703425a"/>
    <p:sldLayoutId xmlns:r="http://schemas.openxmlformats.org/officeDocument/2006/relationships" id="2147483652" r:id="Rbb37cb87eb364fe9"/>
    <p:sldLayoutId xmlns:r="http://schemas.openxmlformats.org/officeDocument/2006/relationships" id="2147483653" r:id="R150bf64e888d40cd"/>
    <p:sldLayoutId xmlns:r="http://schemas.openxmlformats.org/officeDocument/2006/relationships" id="2147483654" r:id="Re98fd51d5c0d41bd"/>
    <p:sldLayoutId xmlns:r="http://schemas.openxmlformats.org/officeDocument/2006/relationships" id="2147483655" r:id="R764b3425c84a46e9"/>
    <p:sldLayoutId xmlns:r="http://schemas.openxmlformats.org/officeDocument/2006/relationships" id="2147483656" r:id="R21231305c6ce4a43"/>
    <p:sldLayoutId xmlns:r="http://schemas.openxmlformats.org/officeDocument/2006/relationships" id="2147483657" r:id="Rb8c850c0752547fc"/>
    <p:sldLayoutId xmlns:r="http://schemas.openxmlformats.org/officeDocument/2006/relationships" id="2147483658" r:id="Re186fbb621eb4a51"/>
    <p:sldLayoutId xmlns:r="http://schemas.openxmlformats.org/officeDocument/2006/relationships" id="2147483659" r:id="R02a205d3028b40df"/>
    <p:sldLayoutId xmlns:r="http://schemas.openxmlformats.org/officeDocument/2006/relationships" id="2147483660" r:id="Rcbecac6d617c464b"/>
    <p:sldLayoutId xmlns:r="http://schemas.openxmlformats.org/officeDocument/2006/relationships" id="2147483661" r:id="Rc9a04e3694d34fd4"/>
    <p:sldLayoutId xmlns:r="http://schemas.openxmlformats.org/officeDocument/2006/relationships" id="2147483662" r:id="Ra35f079bde8e4292"/>
    <p:sldLayoutId xmlns:r="http://schemas.openxmlformats.org/officeDocument/2006/relationships" id="2147483663" r:id="Rfda7718e37244c3a"/>
    <p:sldLayoutId xmlns:r="http://schemas.openxmlformats.org/officeDocument/2006/relationships" id="2147483664" r:id="R0840057e21cf4ea9"/>
    <p:sldLayoutId xmlns:r="http://schemas.openxmlformats.org/officeDocument/2006/relationships" id="2147483665" r:id="R6a248e3ae7164e6a"/>
    <p:sldLayoutId xmlns:r="http://schemas.openxmlformats.org/officeDocument/2006/relationships" id="2147483666" r:id="R35baad59269f403e"/>
    <p:sldLayoutId xmlns:r="http://schemas.openxmlformats.org/officeDocument/2006/relationships" id="2147483667" r:id="Rd9dc12270e8e4d40"/>
    <p:sldLayoutId xmlns:r="http://schemas.openxmlformats.org/officeDocument/2006/relationships" id="2147483668" r:id="Rfff2fa9e75454b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400" b="1">
          <a:solidFill>
            <a:srgbClr val="041E4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>
        <a:lnSpc>
          <a:spcPct val="110000"/>
        </a:lnSpc>
        <a:spcBef>
          <a:spcPts val="0"/>
        </a:spcBef>
        <a:spcAft>
          <a:spcPts val="1200"/>
        </a:spcAft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8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4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2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90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8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26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440000" indent="-180000" algn="l">
        <a:lnSpc>
          <a:spcPct val="110000"/>
        </a:lnSpc>
        <a:spcBef>
          <a:spcPts val="0"/>
        </a:spcBef>
        <a:spcAft>
          <a:spcPts val="1200"/>
        </a:spcAft>
        <a:buChar char="-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f9dbcc4ac415d" /><Relationship Type="http://schemas.openxmlformats.org/officeDocument/2006/relationships/image" Target="/ppt/media/image.jpeg" Id="R3dfaa9255a7f4051" /><Relationship Type="http://schemas.openxmlformats.org/officeDocument/2006/relationships/notesSlide" Target="/ppt/notesSlides/notesSlide1.xml" Id="Rca6921c7c5e442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b8ca8462d74172" /><Relationship Type="http://schemas.openxmlformats.org/officeDocument/2006/relationships/notesSlide" Target="/ppt/notesSlides/notesSlide2.xml" Id="Rb26e473403264e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bfd5dd71074bb6" /><Relationship Type="http://schemas.openxmlformats.org/officeDocument/2006/relationships/notesSlide" Target="/ppt/notesSlides/notesSlide3.xml" Id="Ra31a970fa90442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8f739a767eb4a2b" /><Relationship Type="http://schemas.openxmlformats.org/officeDocument/2006/relationships/image" Target="/ppt/media/image.png" Id="Rc7d071b93a274804" /><Relationship Type="http://schemas.openxmlformats.org/officeDocument/2006/relationships/notesSlide" Target="/ppt/notesSlides/notesSlide4.xml" Id="R523d7a0e621244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0d5c9c7e2564ad3" /><Relationship Type="http://schemas.openxmlformats.org/officeDocument/2006/relationships/image" Target="/ppt/media/image2.png" Id="R43f0d899abe54aae" /><Relationship Type="http://schemas.openxmlformats.org/officeDocument/2006/relationships/notesSlide" Target="/ppt/notesSlides/notesSlide5.xml" Id="R9d3ce76c45e042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f08c3af9714d8a" /><Relationship Type="http://schemas.openxmlformats.org/officeDocument/2006/relationships/notesSlide" Target="/ppt/notesSlides/notesSlide6.xml" Id="R0407e02b18804d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a6833c3d68143b2" /><Relationship Type="http://schemas.openxmlformats.org/officeDocument/2006/relationships/image" Target="/ppt/media/image3.png" Id="Rc98d2a2dc88d464a" /><Relationship Type="http://schemas.openxmlformats.org/officeDocument/2006/relationships/notesSlide" Target="/ppt/notesSlides/notesSlide7.xml" Id="R08fc1836c68840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d098139de3b4729" /><Relationship Type="http://schemas.openxmlformats.org/officeDocument/2006/relationships/image" Target="/ppt/media/image4.png" Id="R6b09d7e42b38410b" /><Relationship Type="http://schemas.openxmlformats.org/officeDocument/2006/relationships/notesSlide" Target="/ppt/notesSlides/notesSlide8.xml" Id="R799a8d10fd3146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f2a2667c02e4e57" /><Relationship Type="http://schemas.openxmlformats.org/officeDocument/2006/relationships/notesSlide" Target="/ppt/notesSlides/notesSlide9.xml" Id="R02dd1d7660ae4f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6af193621f4636" /><Relationship Type="http://schemas.openxmlformats.org/officeDocument/2006/relationships/notesSlide" Target="/ppt/notesSlides/notesSlide10.xml" Id="R0d99db20dda742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9538f51f7f54a5d" /><Relationship Type="http://schemas.openxmlformats.org/officeDocument/2006/relationships/notesSlide" Target="/ppt/notesSlides/notesSlide11.xml" Id="R37d83a133bec41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6bdc4dc7a0c4c84" /><Relationship Type="http://schemas.openxmlformats.org/officeDocument/2006/relationships/image" Target="/ppt/media/image5.png" Id="R1f45692ab3224365" /><Relationship Type="http://schemas.openxmlformats.org/officeDocument/2006/relationships/notesSlide" Target="/ppt/notesSlides/notesSlide12.xml" Id="R85a2c83cb25944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33946e1728f4ec9" /><Relationship Type="http://schemas.openxmlformats.org/officeDocument/2006/relationships/image" Target="/ppt/media/image6.png" Id="R746d09dbe2dd42c0" /><Relationship Type="http://schemas.openxmlformats.org/officeDocument/2006/relationships/notesSlide" Target="/ppt/notesSlides/notesSlide13.xml" Id="Ree93448243a64e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5bb174024754167" /><Relationship Type="http://schemas.openxmlformats.org/officeDocument/2006/relationships/image" Target="/ppt/media/image7.png" Id="R753147e98bd24baa" /><Relationship Type="http://schemas.openxmlformats.org/officeDocument/2006/relationships/notesSlide" Target="/ppt/notesSlides/notesSlide14.xml" Id="R20851bd746dd46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6ef79bb9dce4168" /><Relationship Type="http://schemas.openxmlformats.org/officeDocument/2006/relationships/image" Target="/ppt/media/image8.png" Id="Red43a0c946b248d8" /><Relationship Type="http://schemas.openxmlformats.org/officeDocument/2006/relationships/image" Target="/ppt/media/image9.png" Id="Re7aa7f70a9074ca4" /><Relationship Type="http://schemas.openxmlformats.org/officeDocument/2006/relationships/image" Target="/ppt/media/image10.png" Id="R8ebee0dbd0554066" /><Relationship Type="http://schemas.openxmlformats.org/officeDocument/2006/relationships/notesSlide" Target="/ppt/notesSlides/notesSlide15.xml" Id="R4e0376b21b0f4e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ec955d9e6784cbd" /><Relationship Type="http://schemas.openxmlformats.org/officeDocument/2006/relationships/notesSlide" Target="/ppt/notesSlides/notesSlide16.xml" Id="R72688f048c234d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a3b4f298d42440c" /><Relationship Type="http://schemas.openxmlformats.org/officeDocument/2006/relationships/image" Target="/ppt/media/image11.png" Id="R1a890d19512940a2" /><Relationship Type="http://schemas.openxmlformats.org/officeDocument/2006/relationships/notesSlide" Target="/ppt/notesSlides/notesSlide17.xml" Id="R6b6ea2f46f9644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1825c47ca974dd7" /><Relationship Type="http://schemas.openxmlformats.org/officeDocument/2006/relationships/image" Target="/ppt/media/image12.png" Id="R6f4414666e884a29" /><Relationship Type="http://schemas.openxmlformats.org/officeDocument/2006/relationships/notesSlide" Target="/ppt/notesSlides/notesSlide18.xml" Id="Rc53ebcb088f042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522dfc3b6b4529" /><Relationship Type="http://schemas.openxmlformats.org/officeDocument/2006/relationships/notesSlide" Target="/ppt/notesSlides/notesSlide19.xml" Id="R318591f20fe749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5b6d346eab4062" /><Relationship Type="http://schemas.openxmlformats.org/officeDocument/2006/relationships/notesSlide" Target="/ppt/notesSlides/notesSlide20.xml" Id="R724d126aee834e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24db61f4f6da46b3" /><Relationship Type="http://schemas.openxmlformats.org/officeDocument/2006/relationships/image" Target="/ppt/media/image.jpeg" Id="Rcf400859424f49fa" /><Relationship Type="http://schemas.openxmlformats.org/officeDocument/2006/relationships/notesSlide" Target="/ppt/notesSlides/notesSlide21.xml" Id="R6cf75a00576342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ildplatzhalter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aa9255a7f4051"/>
          <a:srcRect xmlns:a="http://schemas.openxmlformats.org/drawingml/2006/main" l="0" t="11875" r="0" b="1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54265"/>
            <a:ext cx="12192000" cy="5603736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F6F4F-1EC3-4F00-8B1D-1C0CBFF3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CCDDEE"/>
                </a:solidFill>
              </a:rPr>
              <a:t>Deliverable 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164070-A46E-4DEA-9FC0-65F988D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0"/>
            <a:ext cx="91440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1" i="0">
                <a:solidFill>
                  <a:srgbClr val="FFFFFF"/>
                </a:solidFill>
              </a:rPr>
              <a:t>Data Analysis — Parkinson's Disease
Gait Signal Detection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D00FFE2-AC4D-4D28-B60D-78C6DF83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BBCCDD"/>
                </a:solidFill>
              </a:rPr>
              <a:t>Project: State Space Models (Mamba) for Medical Time Series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65CF313-99A2-4B2C-82D1-F9C8FF8C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99AABB"/>
                </a:solidFill>
              </a:rPr>
              <a:t>Dataset: PhysioNet — Gait in Parkinson's Disease  |  N=166  |  5-Fold CV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70ED1F8-003A-4DA5-B050-4AD776AB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77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8899AA"/>
                </a:solidFill>
              </a:rPr>
              <a:t>May 2026  |  FAU Erlangen-Nürnberg  |  Technische Fakultät</a:t>
            </a:r>
          </a:p>
        </p:txBody>
      </p:sp>
    </p:spTree>
    <p:extLst>
      <p:ext uri="{BB962C8B-B14F-4D97-AF65-F5344CB8AC3E}">
        <p14:creationId xmlns:p14="http://schemas.microsoft.com/office/powerpoint/2010/main" val="1161001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A6C6703-3ADA-459A-B3B2-92D73FD5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02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6D0C38-CCA5-4BEF-B1F7-8D8D624C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3444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03366"/>
                </a:solidFill>
              </a:rPr>
              <a:t>Dataset Overview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98B75BD-C25A-4AA4-A3F9-38C23D8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55448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55555"/>
                </a:solidFill>
              </a:rPr>
              <a:t>Full demographics and fold split structure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9EFEFED-3452-4CFE-B2FD-0C292668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1760"/>
            <a:ext cx="502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60396D5-A065-4388-887B-5005EE47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6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03366"/>
                </a:solidFill>
              </a:rPr>
              <a:t>Signal Visualization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36952D-5D78-4328-A021-F3A65CE3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55555"/>
                </a:solidFill>
              </a:rPr>
              <a:t>Raw VGRF traces &amp; variability comparison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E4C01F5-2784-4AE9-AD72-DF5D1A66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502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BE34FAA-67CC-4D05-B4AF-0304E9A6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03366"/>
                </a:solidFill>
              </a:rPr>
              <a:t>Windowed TSFresh/manual features, z-score normalization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BFFA874-DEEA-41BE-8531-3826F56C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8912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55555"/>
                </a:solidFill>
              </a:rPr>
              <a:t>TSFresh + manual features, z-score normalisation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3B6C000-A693-4932-83EF-2B219674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34440"/>
            <a:ext cx="502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CA2EEF4-82D1-40BC-BF42-93880CFD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23444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03366"/>
                </a:solidFill>
              </a:rPr>
              <a:t>Dimensionality Reduction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BCDDBF1-D3AC-4DAA-83A2-DF7CED9E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55448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55555"/>
                </a:solidFill>
              </a:rPr>
              <a:t>PCA and t-SNE (left / right / combined)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9C2DC69D-B644-4CCD-BBA8-2C80E9C6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51760"/>
            <a:ext cx="502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C57661F4-4A8F-4AAC-9DEC-C28F4541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65176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03366"/>
                </a:solidFill>
              </a:rPr>
              <a:t>Feature Diagnostics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122BC5F-082A-4252-BF1C-21E022F4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97180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55555"/>
                </a:solidFill>
              </a:rPr>
              <a:t>Heatmap and combined-feature distributions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C5998337-FF9A-4D35-8FDA-036E956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69080"/>
            <a:ext cx="502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EC4BC6DA-85A3-49FB-BE97-EAE0F01B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6908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03366"/>
                </a:solidFill>
              </a:rPr>
              <a:t>Key Findings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420EE83-562D-453C-A10B-414B7437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38912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55555"/>
                </a:solidFill>
              </a:rPr>
              <a:t>Task 1 observations and presentation takeaways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CB7CDA93-3EC8-4C46-9CB5-0F050EAF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Agenda - Deliverable 1: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3483513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D188A5-E5E0-4A94-B49E-F30713D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1A95B0-CB5F-4E55-BEE7-E918CC3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3A9677-F999-4DEE-BB5E-70A32519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AABBCC"/>
                </a:solidFill>
              </a:rPr>
              <a:t>Demographics · Cohort Structure · Label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118660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DC836F-3A3D-4546-BCD1-B38DFBEF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Dataset Demographics — Full Dataset (N=166)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DB9A7B-3E47-460C-B837-56A8E74D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01 · Dataset Overview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985C2B2-E339-4DB7-A27F-DCCE5D9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003366"/>
                </a:solidFill>
              </a:rPr>
              <a:t>Full Dataset (from demographics.xls)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A368753-819E-48C8-9877-8C561D58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78308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PD (n=93)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74761C0-7337-4156-A9F8-F4545324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78308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HC (n=73)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D985E5-DB87-4B70-8803-67F3A43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167128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Male / Female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76931F5-EFFF-4568-87DD-F5DFF3F1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6712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58 / 35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68247CF-756E-49CF-A4A9-42B5F20F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16712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40 / 33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1FFB975-FF9C-401F-8561-8EC88F18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51176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Age mean±SD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4042FD3-DC3F-40FD-8E11-D407D15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551176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66.9 ± 9.7 yrs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ACBD747-E4FB-408F-A52A-744FD0B3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51176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63.3 ± 8.0 yrs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0149A29-CDFD-4DA8-9126-5DDDA337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35224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Height mean±SD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6E53AAA-8DB7-427D-82E1-0E8C5B6B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935224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1.68 ± 0.10 m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25096AD-32DF-40CD-BC4C-BF5A744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35224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1.68 ± 0.08 m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B90EE0E-F146-465B-A35D-6673D4A0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19272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Weight mean±SD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3305914-BD81-45F7-B2A7-6D83869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31927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72.3 ± 11.8 kg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E1A0725-4274-4241-BAFA-9DAEB9B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31927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72.3 ± 11.4 kg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1573970-F30B-497D-9CB9-FD7221BE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03320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H&amp;Y mean±SD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3471AAE-3F1A-4C63-934A-AB42C00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70332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2.26 ± 0.34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BFEC601-3EA1-4582-8B75-BE287C3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70332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B4733F7-1B05-4254-98F8-484E024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87368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UPDRS-M mean±SD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93F8D2-CB2A-401B-9903-4889F720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08736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18.0 ± 9.6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9DEFDD1-CE46-4454-80B8-48D22CD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08736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7F619DB-3860-484D-8E2B-F305810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371600"/>
            <a:ext cx="6217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003366"/>
                </a:solidFill>
              </a:rPr>
              <a:t>Per-Cohort Breakdown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DE73EC7-86D3-4F21-B675-7CF80170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783080"/>
            <a:ext cx="1920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FFFFFF"/>
                </a:solidFill>
              </a:rPr>
              <a:t>  Cohort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C2FC032-7903-4256-855E-7E5F0F6D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83080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PD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60DAD15-6579-4FAF-93C9-7A0E1DD1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783080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HC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EF1483E-DA57-4DCA-9C00-86D75D5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83080"/>
            <a:ext cx="5943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BD844EB-9935-4B07-A0B7-758B247D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8308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CC1EE79-5363-481B-85E6-7220412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78308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Age PD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F57F9EB-B3CD-406A-B409-D1C998C4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167128"/>
            <a:ext cx="1920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Ga (Yogev)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42048E4-0F55-41D2-B9C2-1271C7A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67128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29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CCE25507-92B0-43B5-90A5-B2569EF1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167128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18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2F670360-9948-43BA-90D4-DB8B44BF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167128"/>
            <a:ext cx="5943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47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B00AE621-E5A8-4774-A0AE-7AD98D9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6712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Normal walk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9210A0AE-9720-4DA4-A8A2-471E997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67128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61.6±8.8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7440A3A1-C1C5-4DE1-AE6A-034F238C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551176"/>
            <a:ext cx="1920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Si (Frenkel-Toledo)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A4E7579-71BB-4A9D-910A-0C0B4DAF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51176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35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F37D2F7-7379-43D4-8846-76A4268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51176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29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E5BC2E79-6990-448E-BBB3-152D633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551176"/>
            <a:ext cx="5943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64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062A428C-A524-4569-B268-7B0C0E14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51176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Treadmill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811E508D-0623-4A5A-897C-0C4E2799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51176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67.2±9.1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160A2179-7279-4E4E-8021-C4321B0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935224"/>
            <a:ext cx="1920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  Ju (Hausdorff)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75769BD1-5F43-4AA1-B20E-8243EC0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5224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29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BB53C6E0-D8DF-4E65-8460-35BE9D6C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935224"/>
            <a:ext cx="548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26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0B9C700E-4C75-41B9-BA09-A8BEA69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935224"/>
            <a:ext cx="5943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55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CB19FF99-FDD9-4B4C-8B2E-BF0D89E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35224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RAS walk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0F55199D-F751-4E58-A4CE-B7FB4722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35224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66.8±10.8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0D899E40-7443-4C73-A146-50872753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AE78F41-B9A7-4359-ADE7-CA2F82BC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4/21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071b93a274804"/>
          <a:stretch xmlns:a="http://schemas.openxmlformats.org/drawingml/2006/main"/>
        </p:blipFill>
        <p:spPr>
          <a:xfrm xmlns:a="http://schemas.openxmlformats.org/drawingml/2006/main">
            <a:off x="2650308" y="4514850"/>
            <a:ext cx="6891383" cy="176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104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FD8FE8-D9E2-456F-B969-F72683D6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Dataset Demographics - 5-Fold Split Files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EBE6DA-350A-4897-926A-3587037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01 · Dataset Overview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F2370E-EEE9-492D-80D2-3466B0E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003366"/>
                </a:solidFill>
              </a:rPr>
              <a:t>Per-fold composition (validation included)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6B5F93B-A535-40B2-8F06-F9018FB2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78308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PD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96A6605-BC18-436C-B43B-7F041DFD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8308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HC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410C7F0-72CE-4B4C-8D7D-263D209A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160EB1E-33F6-4676-8D47-8A13437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167128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Training files / fold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2314EB0-18B1-441C-88E5-530824AD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67128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30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68E0264-25BE-4126-B878-3A79DCD5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67128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30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878DDB5-96B7-4777-91A1-339075F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67128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60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81C495E-C8A1-4B4A-84E0-11D477EE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51176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Validation files / fold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8E17552-8DD4-46A6-A125-4C541297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551176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CB7EE7-D0E5-412B-9030-B4B6E32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51176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EB610CE-825F-4904-A054-0DC90968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51176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20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85A683D-E76F-4BE6-90FE-0E14DD9B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35224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Test files / fold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AC8394-1868-4B0A-913F-CDE91364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935224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5CD304A-EF16-4F1A-B725-7B03EDB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935224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EB49366-A1A0-46F3-A995-F4E4687C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35224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20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CF1BCC4-7C9A-447E-ABD7-9102677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19272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Per-fold total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A15335-7ED2-467F-9504-D2C146C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319272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50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2ACB6FC-6D75-470C-AA49-4BC3F1E5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319272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50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F7F40B9-7590-4E74-A585-150975B4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19272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100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F463F5D-6154-45AB-A746-A2F4AE17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03320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Unique subject set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0C5BCAE-E0CF-4329-98C2-D0ABB030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70332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50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7E5C9CB-E6C3-4D62-A761-DC8A008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0332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50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F965E09-B26F-4BC6-AE38-F7FEFDC0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0332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100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C0DADF3-D1D7-4349-90A9-8DFD37F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87368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Cohorts Ga / Si / Ju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F7988F9-18D1-4BF3-BC50-5A14C76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087368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18 / 16 / 16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394F85B-C87C-40DB-9BB3-47179553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087368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13 / 21 / 16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412DE4B9-53CE-49FA-BC05-8A94E885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87368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31 / 37 / 32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9F88C12-F4EF-48DE-AE88-9B9805B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471416"/>
            <a:ext cx="20116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1A1A"/>
                </a:solidFill>
              </a:rPr>
              <a:t>PD H&amp;Y 2.0 / 2.5 / 3.0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7AFEBA7-5183-4770-A521-73379F4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471416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26 / 16 / 8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F9A22011-FE6E-4D55-8767-C68B4BA3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471416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-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49F5438-A69B-4BA6-80B7-A7D0D83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471416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CCCC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1A1A1A"/>
                </a:solidFill>
              </a:rPr>
              <a:t>50 PD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A0CDDFB-B496-49CC-932C-D24D3E06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C4400"/>
                </a:solidFill>
              </a:rPr>
              <a:t>Split Integrity Note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849855-2502-484D-8B8F-A8879349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56692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- Every fold is class-balanced: 30/30 train, 10/10 validation, 10/10 test.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- The same 100-subject balanced subset appears across the five split files.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- Validation should be used for model selection; test remains held out.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- Prepared feature figures in deliverable1_outputs are from the existing Fold 1 train+test output subset (N=80).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05B6F983-6A8C-47A1-9C4A-D424C8C3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63D821D-1E08-49A9-A128-2D2C684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5/21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0d899abe54aae"/>
          <a:stretch xmlns:a="http://schemas.openxmlformats.org/drawingml/2006/main"/>
        </p:blipFill>
        <p:spPr>
          <a:xfrm xmlns:a="http://schemas.openxmlformats.org/drawingml/2006/main">
            <a:off x="6219825" y="3460211"/>
            <a:ext cx="5391150" cy="13282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840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A26A5B-324F-4A84-9693-EF1C025E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65E5A5-A669-4213-A235-F7ABD38D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FFFFFF"/>
                </a:solidFill>
              </a:rPr>
              <a:t>Signal Visualization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463526-7A5C-44C4-BC0E-39C3991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AABBCC"/>
                </a:solidFill>
              </a:rPr>
              <a:t>Raw VGRF Traces  ·  Force Variability  ·  PD vs HC Comparison</a:t>
            </a:r>
          </a:p>
        </p:txBody>
      </p:sp>
    </p:spTree>
    <p:extLst>
      <p:ext uri="{BB962C8B-B14F-4D97-AF65-F5344CB8AC3E}">
        <p14:creationId xmlns:p14="http://schemas.microsoft.com/office/powerpoint/2010/main" val="10574756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9FA9FEC-6A68-4F3A-A9F0-82737A5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Raw VGRF Signals — PD vs Healthy Controls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6A0501E-97B7-46D1-BA06-A77D5B8B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9601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555555"/>
                </a:solidFill>
              </a:rPr>
              <a:t>15 seconds of total force, left and right foot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ECC47B7-4241-4DAC-9325-4469C123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02 · Signal Visualization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2506BF7-F310-4C5C-8031-DB24AF4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333333"/>
                </a:solidFill>
              </a:rPr>
              <a:t>Vertical Ground Reaction Force (VGRF) captures the force each foot exerts on the ground.
16 sensors per foot at 100 Hz. Coefficient of Variation (CV) shown per trace.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36603E-63F7-4392-A4EE-2AD0C6C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42A713A-F6E9-4569-A2F0-2B513CE5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7/21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d2a2dc88d464a"/>
          <a:stretch xmlns:a="http://schemas.openxmlformats.org/drawingml/2006/main"/>
        </p:blipFill>
        <p:spPr>
          <a:xfrm xmlns:a="http://schemas.openxmlformats.org/drawingml/2006/main">
            <a:off x="3562684" y="1885950"/>
            <a:ext cx="5036153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455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5A7E8D-975C-490B-B8B1-56ECEBE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Gait Force Variability — PD vs Healthy Control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B75E63-1A25-4B90-911B-3828E1A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9601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555555"/>
                </a:solidFill>
              </a:rPr>
              <a:t>Rolling mean ± SD (5s window, 2.5s step)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21ED2A6-BDB4-4584-877C-8843B664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02 · Signal Visualization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9D697CA-FD25-48F9-9A60-7E04AFF4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16128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19050">
            <a:solidFill>
              <a:srgbClr val="316A9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i="1">
                <a:solidFill>
                  <a:srgbClr val="003366"/>
                </a:solidFill>
              </a:rPr>
              <a:t>  Key finding (Yogev et al., 2005): In healthy adults, gait rhythmicity is automatic — stride variability is unaffected by cognitive load. In PD, variability increases markedly under dual-task conditions, indicating a loss of automaticity.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7856E6-510B-4D45-B89A-29193611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53EFB0D-1730-4615-8438-03450792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8/21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9d7e42b38410b"/>
          <a:stretch xmlns:a="http://schemas.openxmlformats.org/drawingml/2006/main"/>
        </p:blipFill>
        <p:spPr>
          <a:xfrm xmlns:a="http://schemas.openxmlformats.org/drawingml/2006/main">
            <a:off x="1793025" y="1952625"/>
            <a:ext cx="8575470" cy="426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296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D8E303-A434-4081-AF97-BEA65BE3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040C22A-10B7-450E-8914-F5959AE5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FFFFFF"/>
                </a:solidFill>
              </a:rPr>
              <a:t>Feature Extraction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808D2C-C58B-4C15-9A15-601787C9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AABBCC"/>
                </a:solidFill>
              </a:rPr>
              <a:t>TSFresh · Manual Features · Z-Score Normalisation · Per-Subject Statistics</a:t>
            </a:r>
          </a:p>
        </p:txBody>
      </p:sp>
    </p:spTree>
    <p:extLst>
      <p:ext uri="{BB962C8B-B14F-4D97-AF65-F5344CB8AC3E}">
        <p14:creationId xmlns:p14="http://schemas.microsoft.com/office/powerpoint/2010/main" val="2809252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68F1A8-5A2D-4A3E-8125-9F86BDE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Feature Extraction Pipeline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100BEC5-EEC5-44B0-AAEC-C3184F5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9601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555555"/>
                </a:solidFill>
              </a:rPr>
              <a:t>Windowed extraction → per-subject statistics → z-score normalisation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5124CA9-A9E2-473A-8A75-8498F64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03 · Feature Extraction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ABE14D-98DE-41E2-A1BB-4B79A179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003366"/>
                </a:solidFill>
              </a:rPr>
              <a:t>TSFresh (Primary Approach)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DDF18A-508D-42C4-A3E1-4E544B4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83080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• Library: tsfresh (EfficientFCParameters)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• ~750+ features per channel per window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• Window: 5 seconds (500 samples)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• Step: 2.5 seconds (50% overlap)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• Channels: 9 (L1–L8 + TotalLeft) per foot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Per-subject aggregation: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→ Mean across windows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→ Std across windows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→ Skewness across windows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→ Kurtosis across windows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Final matrix: 80 subjects × ~3,000 features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Applied: z-score normalisation (StandardScaler)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9991FD7-94E3-490D-AF69-815062C5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003366"/>
                </a:solidFill>
              </a:rPr>
              <a:t>Manual Features (Alternative Approach)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A602DC8-A05B-4638-B56F-97AC8E5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83080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15 features per channel per window: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Mean, Std, Min, Max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Skewness, Kurtosis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Q25, Q75 (interquartile range)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Mean |Δ|, Std Δ  (first diff)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Range, CV (coefficient of variation)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Signal energy (mean x²)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Dominant frequency (FFT)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· Low-frequency energy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Advantages over TSFresh: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→ Faster (seconds vs. hours)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→ Interpretable (domain knowledge)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  → Less prone to overfitting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Final matrix: 80 subjects × 60–120 features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Applied: z-score normalisation (StandardScaler)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629646F-CB28-4002-A40F-335FCB6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035040"/>
            <a:ext cx="1161288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12700">
            <a:solidFill>
              <a:srgbClr val="316A9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03366"/>
                </a:solidFill>
              </a:rPr>
              <a:t>  Three feature sets computed independently: (1) Left foot only  ·  (2) Right foot only  ·  (3) Combined (concatenation)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DAE4BF9-5A2E-451A-A301-D3F90832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7BF3DDE-42CA-443A-BD4F-5852E109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10/21</a:t>
            </a:r>
          </a:p>
        </p:txBody>
      </p:sp>
    </p:spTree>
    <p:extLst>
      <p:ext uri="{BB962C8B-B14F-4D97-AF65-F5344CB8AC3E}">
        <p14:creationId xmlns:p14="http://schemas.microsoft.com/office/powerpoint/2010/main" val="311419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BD1D3F-185D-489F-954B-C7CA5E0B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A42EEF-7A83-4363-AE8C-637DC986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FFFFFF"/>
                </a:solidFill>
              </a:rPr>
              <a:t>Dimensionality Reduction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F3BC9-9AA4-4D18-9751-823038E6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AABBCC"/>
                </a:solidFill>
              </a:rPr>
              <a:t>PCA · t-SNE  ·  Left / Right / Combined Feet  ·  z-score normalised</a:t>
            </a:r>
          </a:p>
        </p:txBody>
      </p:sp>
    </p:spTree>
    <p:extLst>
      <p:ext uri="{BB962C8B-B14F-4D97-AF65-F5344CB8AC3E}">
        <p14:creationId xmlns:p14="http://schemas.microsoft.com/office/powerpoint/2010/main" val="10954169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23C636-2761-4A08-AF94-0F33EC3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PCA — Left Foot Features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F9BC0F-77DB-4C77-AF9D-8FDEC06E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9601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555555"/>
                </a:solidFill>
              </a:rPr>
              <a:t>Features z-score normalised before PCA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A04038-0C08-406B-9802-CA5411E1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04 · PCA (Left Foot)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ADEF49-DB12-43FE-8699-492D14B1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1612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444444"/>
                </a:solidFill>
              </a:rPr>
              <a:t>Three panels: (A) PD/HC diagnosis  ·  (B) Cohort — possible confound  ·  (C) H&amp;Y severity stage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99DBE3-9E12-4A5B-BD98-DFF03BB1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6814C36-7DE1-40B2-B7CF-B46E5F1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12/21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5692ab3224365"/>
          <a:stretch xmlns:a="http://schemas.openxmlformats.org/drawingml/2006/main"/>
        </p:blipFill>
        <p:spPr>
          <a:xfrm xmlns:a="http://schemas.openxmlformats.org/drawingml/2006/main">
            <a:off x="276791" y="1952625"/>
            <a:ext cx="11607937" cy="320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860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03C420-1A6D-41F2-8043-8F19B7D0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PCA — Right Foot Features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11F472-0340-41FA-A76A-360E0A6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9601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555555"/>
                </a:solidFill>
              </a:rPr>
              <a:t>Features z-score normalised before PCA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233C961-2250-46E5-8FA3-CC191ED4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04 · PCA (Right Foot)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8D8E840-872A-470E-B0DD-9A751C07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1612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444444"/>
                </a:solidFill>
              </a:rPr>
              <a:t>Three panels: (A) PD/HC diagnosis  ·  (B) Cohort — possible confound  ·  (C) H&amp;Y severity stage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83C916-F337-4A2B-B235-900EEB5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DC48A06-4165-47CE-AF9B-3366A3C7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13/21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d09dbe2dd42c0"/>
          <a:stretch xmlns:a="http://schemas.openxmlformats.org/drawingml/2006/main"/>
        </p:blipFill>
        <p:spPr>
          <a:xfrm xmlns:a="http://schemas.openxmlformats.org/drawingml/2006/main">
            <a:off x="276791" y="1952625"/>
            <a:ext cx="11607937" cy="320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09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C0BBAE4-BDFA-435A-9313-E0A6B51D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PCA — Combined Feet Features (Left + Right)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44E4C92-EB80-41CA-83D7-DA64CE1A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9601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555555"/>
                </a:solidFill>
              </a:rPr>
              <a:t>Features z-score normalised before PCA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5C9E524-A650-420F-8FF4-D4902499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04 · PCA (Combined)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051DF03-4666-4F98-A593-16CDD33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1612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444444"/>
                </a:solidFill>
              </a:rPr>
              <a:t>Three panels: (A) PD/HC diagnosis  ·  (B) Cohort — possible confound  ·  (C) H&amp;Y severity stage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18CB6EF-5F4F-4A5F-9FDD-C13B01D1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21A68A0-BA18-4259-B19C-16AB93D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14/21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147e98bd24baa"/>
          <a:stretch xmlns:a="http://schemas.openxmlformats.org/drawingml/2006/main"/>
        </p:blipFill>
        <p:spPr>
          <a:xfrm xmlns:a="http://schemas.openxmlformats.org/drawingml/2006/main">
            <a:off x="276791" y="1952625"/>
            <a:ext cx="11607937" cy="320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778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0CE467-FCF6-474E-8089-3C1F9244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  t-SNE Embedding — Left / Right / Combined Feet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734370-BB6F-40FB-BE4F-FEA64AC5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9601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555555"/>
                </a:solidFill>
              </a:rPr>
              <a:t>Features z-score normalised; PCA pre-compression → t-SNE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431F367-00F8-4C1B-9503-53533D73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04 · t-SNE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CF0A43F-E2D4-40B9-8A4D-3A8C64BB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1612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1">
                <a:solidFill>
                  <a:srgbClr val="444444"/>
                </a:solidFill>
              </a:rPr>
              <a:t>Each plot: (A) PD/HC coloured  ·  (B) Cohort coloured  |  Perplexity=20, 1000 iterations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827D2F-8B26-4088-9F27-77D04FE8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4553712"/>
            <a:ext cx="3886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003366"/>
                </a:solidFill>
              </a:rPr>
              <a:t>Left Foot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A1E6C8-BE54-4454-AD3E-25A034F4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553712"/>
            <a:ext cx="3886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003366"/>
                </a:solidFill>
              </a:rPr>
              <a:t>Right Foot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6219DC4-3790-4A2A-B7F8-61068CF7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53712"/>
            <a:ext cx="3886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003366"/>
                </a:solidFill>
              </a:rPr>
              <a:t>Combined Feet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12050BF-8314-409B-92E8-DAA8CBB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37760"/>
            <a:ext cx="11612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10160">
            <a:solidFill>
              <a:srgbClr val="316A9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1A1A1A"/>
                </a:solidFill>
              </a:rPr>
              <a:t>  Interpretation guide:
  • Good cluster separation in panel A → features distinguish PD from HC
  • Cluster alignment with cohort in panel B → cohort confound present (condition, not disease)
  • Compare left vs right vs combined to see if bilateral features help separation
  • Combined feet expected to show best separation (more information)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7A918D-9388-4313-B694-1C0D5F5D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19E5DE8-A863-49E6-887B-782103C8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15/21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3a0c946b248d8"/>
          <a:stretch xmlns:a="http://schemas.openxmlformats.org/drawingml/2006/main"/>
        </p:blipFill>
        <p:spPr>
          <a:xfrm xmlns:a="http://schemas.openxmlformats.org/drawingml/2006/main">
            <a:off x="182880" y="1956256"/>
            <a:ext cx="3886200" cy="161198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a7f70a9074ca4"/>
          <a:stretch xmlns:a="http://schemas.openxmlformats.org/drawingml/2006/main"/>
        </p:blipFill>
        <p:spPr>
          <a:xfrm xmlns:a="http://schemas.openxmlformats.org/drawingml/2006/main">
            <a:off x="4206240" y="1956256"/>
            <a:ext cx="3886200" cy="161198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ee0dbd0554066"/>
          <a:stretch xmlns:a="http://schemas.openxmlformats.org/drawingml/2006/main"/>
        </p:blipFill>
        <p:spPr>
          <a:xfrm xmlns:a="http://schemas.openxmlformats.org/drawingml/2006/main">
            <a:off x="8229600" y="1956256"/>
            <a:ext cx="3886200" cy="16119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07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59EA51-ABF8-4D73-8E8A-1A9630E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4F9782-F70F-444A-9847-19E44CF1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FFFFFF"/>
                </a:solidFill>
              </a:rPr>
              <a:t>Feature Diagnostics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862D54-4778-4536-A3CC-961AE405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AABBCC"/>
                </a:solidFill>
              </a:rPr>
              <a:t>Heatmaps - Feature Distributions - PCA/t-SNE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449646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939CE03-5958-4642-8D29-CA206095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Feature Analysis - Heatmap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F39E92F-AD5C-48BF-B14E-36F6BA2C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05 - Feature Diagnostics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106F9E-4544-4DB1-A9AA-3A732B8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3366"/>
                </a:solidFill>
              </a:rPr>
              <a:t>Top discriminative features by foot condition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1FB777D-F525-406F-9CE0-AF83B34C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83080"/>
            <a:ext cx="53949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1A1A1A"/>
                </a:solidFill>
              </a:rPr>
              <a:t>Group-wise z-score means highlight which extracted features differ between PD and healthy controls.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8583CC-4A41-4F4F-A133-D6A87475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4FE98ED-06B9-4AA3-BDD1-E6098B0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17/21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90d19512940a2"/>
          <a:stretch xmlns:a="http://schemas.openxmlformats.org/drawingml/2006/main"/>
        </p:blipFill>
        <p:spPr>
          <a:xfrm xmlns:a="http://schemas.openxmlformats.org/drawingml/2006/main">
            <a:off x="361950" y="2144067"/>
            <a:ext cx="11468100" cy="40462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13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DD886C-42BD-48E5-9A06-C45F436C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Feature Distributions - Combined Feet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7336D93-9CD8-4694-80A4-A6B37437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05 - Feature Diagnostics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EE2E4C-1B9C-436F-AB92-0E86928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1612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3366"/>
                </a:solidFill>
              </a:rPr>
              <a:t>KDE distributions for selected combined-foot features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F9FCC48-F08E-4D7A-A5A3-1B670EF7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5F9709D-1CE0-41A2-9239-E169D393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18/21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414666e884a29"/>
          <a:stretch xmlns:a="http://schemas.openxmlformats.org/drawingml/2006/main"/>
        </p:blipFill>
        <p:spPr>
          <a:xfrm xmlns:a="http://schemas.openxmlformats.org/drawingml/2006/main">
            <a:off x="1886192" y="1809750"/>
            <a:ext cx="8419617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84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2FD851-D091-4FF3-8DDC-82D2FA5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0FF3CC-84C1-4ADA-8EF3-46CB9680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ABAD3B-1CAE-4B42-B560-FD3909B0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AABBCC"/>
                </a:solidFill>
              </a:rPr>
              <a:t>Summary of Deliverable 1 - Task 1 Presentation Takeaways</a:t>
            </a:r>
          </a:p>
        </p:txBody>
      </p:sp>
    </p:spTree>
    <p:extLst>
      <p:ext uri="{BB962C8B-B14F-4D97-AF65-F5344CB8AC3E}">
        <p14:creationId xmlns:p14="http://schemas.microsoft.com/office/powerpoint/2010/main" val="162282303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568D89-BB43-439C-BC2B-7FF80C59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1BEA20A-3590-48D9-8C3F-22748F60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2286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</a:rPr>
              <a:t>06 · Discussion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A395601-1DC8-4936-840B-BB44A77E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003366"/>
                </a:solidFill>
              </a:rPr>
              <a:t>What the data shows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4F0080D-5F6F-4AE5-8CF3-9794B3F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83080"/>
            <a:ext cx="5486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Demographics: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Full Excel cohort: 166 subjects (93 PD, 73 HC).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Fold files use a balanced 100-subject subset.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Each fold has 60 train, 20 validation, 20 test files.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Signal analysis: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Raw VGRF traces show clear gait-cycle structure.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Several PD examples show higher force variability.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Variability plots are consistent with PD gait-rhythm disruption reported in the literature.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Feature space: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Features are z-score normalized before PCA/t-SNE.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Left, right, and combined-foot views are analyzed separately.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31FEDAB-07C2-4C36-9469-3C360B9F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003366"/>
                </a:solidFill>
              </a:rPr>
              <a:t>Presentation takeaway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EC20728-56D8-4E3F-8D22-35FAC7B7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83080"/>
            <a:ext cx="56692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Main message for Task 1: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The dataset is usable and the official split structure is balanced.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PCA/t-SNE show partial visual structure, not perfect PD/HC separation.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Cohort effects remain visible and should be controlled in later modeling.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Recommended next analysis checks: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Regenerate final feature figures with validation included if the presentation must reflect all fold files.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Keep train/validation/test boundaries fixed for future model evaluation.</a:t>
            </a:r>
          </a:p>
          <a:p xmlns:a="http://schemas.openxmlformats.org/drawingml/2006/main">
            <a:pPr algn="l">
              <a:buNone/>
            </a:pPr>
            <a:r>
              <a:rPr sz="1050">
                <a:solidFill>
                  <a:srgbClr val="1A1A1A"/>
                </a:solidFill>
              </a:rPr>
              <a:t>  - Report model results by fold and inspect cohort-specific behavior.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DDDBFD2-E0D9-49C6-985B-C57FFE89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56248"/>
            <a:ext cx="9144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0092DC6-4482-445B-B43E-7DA549DB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6248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444444"/>
                </a:solidFill>
              </a:rPr>
              <a:t>20/21</a:t>
            </a:r>
          </a:p>
        </p:txBody>
      </p:sp>
    </p:spTree>
    <p:extLst>
      <p:ext uri="{BB962C8B-B14F-4D97-AF65-F5344CB8AC3E}">
        <p14:creationId xmlns:p14="http://schemas.microsoft.com/office/powerpoint/2010/main" val="20110804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ildplatzhalter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00859424f49fa"/>
          <a:srcRect xmlns:a="http://schemas.openxmlformats.org/drawingml/2006/main" l="0" t="11875" r="0" b="1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94726"/>
            <a:ext cx="12192000" cy="5563275"/>
          </a:xfrm>
          <a:prstGeom xmlns:a="http://schemas.openxmlformats.org/drawingml/2006/main" prst="rect">
            <a:avLst/>
          </a:prstGeom>
        </p:spPr>
      </p:pic>
      <p:sp>
        <p:nvSpPr>
          <p:cNvPr id="12" name="Textplatzhalter 11">
            <a:extLst xmlns:a="http://schemas.openxmlformats.org/drawingml/2006/main">
              <a:ext uri="{FF2B5EF4-FFF2-40B4-BE49-F238E27FC236}">
                <a16:creationId xmlns:a16="http://schemas.microsoft.com/office/drawing/2014/main" id="{6F721586-3090-4DCB-A125-5B6AC19992E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  <a:p xmlns:a="http://schemas.openxmlformats.org/drawingml/2006/main">
            <a:r>
              <a:t>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4149252461"/>
      </p:ext>
    </p:extLst>
  </p:cSld>
</p:sld>
</file>

<file path=ppt/theme/theme1.xml><?xml version="1.0" encoding="utf-8"?>
<a:theme xmlns:a="http://schemas.openxmlformats.org/drawingml/2006/main" name="FAU - Grau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AU - Grau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2026-05-28T15:23:17.3000000Z</dcterms:created>
  <dcterms:modified xsi:type="dcterms:W3CDTF">2026-05-28T15:23:17.3000000Z</dcterms:modified>
</coreProperties>
</file>